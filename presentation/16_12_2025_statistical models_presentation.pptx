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notesMasterIdLst>
    <p:notesMasterId r:id="rId50"/>
  </p:notesMasterIdLst>
  <p:handoutMasterIdLst>
    <p:handoutMasterId r:id="rId51"/>
  </p:handoutMasterIdLst>
  <p:sldIdLst>
    <p:sldId id="333" r:id="rId2"/>
    <p:sldId id="344" r:id="rId3"/>
    <p:sldId id="370" r:id="rId4"/>
    <p:sldId id="379" r:id="rId5"/>
    <p:sldId id="382" r:id="rId6"/>
    <p:sldId id="371" r:id="rId7"/>
    <p:sldId id="381" r:id="rId8"/>
    <p:sldId id="389" r:id="rId9"/>
    <p:sldId id="372" r:id="rId10"/>
    <p:sldId id="380" r:id="rId11"/>
    <p:sldId id="390" r:id="rId12"/>
    <p:sldId id="373" r:id="rId13"/>
    <p:sldId id="383" r:id="rId14"/>
    <p:sldId id="391" r:id="rId15"/>
    <p:sldId id="374" r:id="rId16"/>
    <p:sldId id="384" r:id="rId17"/>
    <p:sldId id="392" r:id="rId18"/>
    <p:sldId id="375" r:id="rId19"/>
    <p:sldId id="385" r:id="rId20"/>
    <p:sldId id="393" r:id="rId21"/>
    <p:sldId id="376" r:id="rId22"/>
    <p:sldId id="386" r:id="rId23"/>
    <p:sldId id="394" r:id="rId24"/>
    <p:sldId id="377" r:id="rId25"/>
    <p:sldId id="387" r:id="rId26"/>
    <p:sldId id="388" r:id="rId27"/>
    <p:sldId id="378" r:id="rId28"/>
    <p:sldId id="397" r:id="rId29"/>
    <p:sldId id="395" r:id="rId30"/>
    <p:sldId id="396" r:id="rId31"/>
    <p:sldId id="335" r:id="rId32"/>
    <p:sldId id="336" r:id="rId33"/>
    <p:sldId id="339" r:id="rId34"/>
    <p:sldId id="281" r:id="rId35"/>
    <p:sldId id="367" r:id="rId36"/>
    <p:sldId id="368" r:id="rId37"/>
    <p:sldId id="337" r:id="rId38"/>
    <p:sldId id="353" r:id="rId39"/>
    <p:sldId id="347" r:id="rId40"/>
    <p:sldId id="316" r:id="rId41"/>
    <p:sldId id="340" r:id="rId42"/>
    <p:sldId id="342" r:id="rId43"/>
    <p:sldId id="349" r:id="rId44"/>
    <p:sldId id="350" r:id="rId45"/>
    <p:sldId id="351" r:id="rId46"/>
    <p:sldId id="352" r:id="rId47"/>
    <p:sldId id="363" r:id="rId48"/>
    <p:sldId id="369" r:id="rId4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folien (wählen Sie eine aus)" id="{5130A00D-1999-4401-871B-7009842EB5B6}">
          <p14:sldIdLst>
            <p14:sldId id="333"/>
          </p14:sldIdLst>
        </p14:section>
        <p14:section name="Textlayouts" id="{48C40BF4-3F61-42B0-AB47-5B5CC449BE18}">
          <p14:sldIdLst>
            <p14:sldId id="344"/>
            <p14:sldId id="370"/>
            <p14:sldId id="379"/>
            <p14:sldId id="382"/>
            <p14:sldId id="371"/>
            <p14:sldId id="381"/>
            <p14:sldId id="389"/>
            <p14:sldId id="372"/>
            <p14:sldId id="380"/>
            <p14:sldId id="390"/>
            <p14:sldId id="373"/>
            <p14:sldId id="383"/>
            <p14:sldId id="391"/>
            <p14:sldId id="374"/>
            <p14:sldId id="384"/>
            <p14:sldId id="392"/>
            <p14:sldId id="375"/>
            <p14:sldId id="385"/>
            <p14:sldId id="393"/>
            <p14:sldId id="376"/>
            <p14:sldId id="386"/>
            <p14:sldId id="394"/>
            <p14:sldId id="377"/>
            <p14:sldId id="387"/>
            <p14:sldId id="388"/>
            <p14:sldId id="378"/>
            <p14:sldId id="397"/>
            <p14:sldId id="395"/>
            <p14:sldId id="396"/>
            <p14:sldId id="335"/>
            <p14:sldId id="336"/>
            <p14:sldId id="339"/>
          </p14:sldIdLst>
        </p14:section>
        <p14:section name="Bilder" id="{F430820E-DA62-47FC-8474-314CCFF75069}">
          <p14:sldIdLst>
            <p14:sldId id="281"/>
            <p14:sldId id="367"/>
            <p14:sldId id="368"/>
            <p14:sldId id="337"/>
            <p14:sldId id="353"/>
            <p14:sldId id="347"/>
            <p14:sldId id="316"/>
            <p14:sldId id="340"/>
            <p14:sldId id="342"/>
          </p14:sldIdLst>
        </p14:section>
        <p14:section name="Diagramme / Tabellen" id="{4C3C7569-30B9-4425-B622-F4E0749B3FCA}">
          <p14:sldIdLst>
            <p14:sldId id="349"/>
            <p14:sldId id="350"/>
            <p14:sldId id="351"/>
            <p14:sldId id="352"/>
          </p14:sldIdLst>
        </p14:section>
        <p14:section name="Abschluss" id="{F819B873-0C04-4503-A828-62720D84E9A9}">
          <p14:sldIdLst>
            <p14:sldId id="363"/>
            <p14:sldId id="3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-Marie Sabrowski" initials="LMS" lastIdx="5" clrIdx="0">
    <p:extLst>
      <p:ext uri="{19B8F6BF-5375-455C-9EA6-DF929625EA0E}">
        <p15:presenceInfo xmlns:p15="http://schemas.microsoft.com/office/powerpoint/2012/main" userId="S-1-5-21-1317230393-2806008125-2202949901-911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B900"/>
    <a:srgbClr val="F2F2F2"/>
    <a:srgbClr val="787878"/>
    <a:srgbClr val="878787"/>
    <a:srgbClr val="00B1BA"/>
    <a:srgbClr val="969696"/>
    <a:srgbClr val="646464"/>
    <a:srgbClr val="7D7D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0DD373-BC75-4D88-AB88-CD6EB4984B9A}" v="148" dt="2021-11-08T12:19:26.0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03" autoAdjust="0"/>
    <p:restoredTop sz="94712" autoAdjust="0"/>
  </p:normalViewPr>
  <p:slideViewPr>
    <p:cSldViewPr snapToGrid="0" snapToObjects="1">
      <p:cViewPr varScale="1">
        <p:scale>
          <a:sx n="138" d="100"/>
          <a:sy n="138" d="100"/>
        </p:scale>
        <p:origin x="942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928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523"/>
    </p:cViewPr>
  </p:sorterViewPr>
  <p:notesViewPr>
    <p:cSldViewPr snapToGrid="0" snapToObjects="1">
      <p:cViewPr varScale="1">
        <p:scale>
          <a:sx n="64" d="100"/>
          <a:sy n="64" d="100"/>
        </p:scale>
        <p:origin x="311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1"/>
    </mc:Choice>
    <mc:Fallback>
      <c:style val="11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396701103288003E-4"/>
          <c:y val="7.5400188323917192E-4"/>
          <c:w val="0.99945603298896679"/>
          <c:h val="0.9988410121845892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Description A</c:v>
                </c:pt>
              </c:strCache>
            </c:strRef>
          </c:tx>
          <c:spPr>
            <a:solidFill>
              <a:srgbClr val="D7D7D7"/>
            </a:solidFill>
            <a:ln w="76200" cap="flat">
              <a:noFill/>
              <a:miter lim="800000"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bg2"/>
              </a:solidFill>
              <a:ln w="76200" cap="flat">
                <a:noFill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5-1486-42E0-8577-6E098799E921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 w="76200" cap="flat">
                <a:noFill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486-42E0-8577-6E098799E921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 w="76200" cap="flat">
                <a:noFill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1-1486-42E0-8577-6E098799E921}"/>
              </c:ext>
            </c:extLst>
          </c:dPt>
          <c:dLbls>
            <c:dLbl>
              <c:idx val="5"/>
              <c:spPr/>
              <c:txPr>
                <a:bodyPr rot="0" vert="horz"/>
                <a:lstStyle/>
                <a:p>
                  <a:pPr>
                    <a:defRPr sz="1600" b="0">
                      <a:solidFill>
                        <a:schemeClr val="accent1"/>
                      </a:solidFill>
                      <a:latin typeface="HTWBerlin Office" panose="02000000000000000000"/>
                    </a:defRPr>
                  </a:pPr>
                  <a:endParaRPr lang="de-DE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486-42E0-8577-6E098799E9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600" b="0">
                    <a:solidFill>
                      <a:srgbClr val="646464"/>
                    </a:solidFill>
                    <a:latin typeface="HTWBerlin Office" panose="02000000000000000000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Sheet1!$B$1:$G$1</c:f>
              <c:strCache>
                <c:ptCount val="6"/>
                <c:pt idx="0">
                  <c:v>Beschreibung</c:v>
                </c:pt>
                <c:pt idx="1">
                  <c:v>Beschreibung</c:v>
                </c:pt>
                <c:pt idx="2">
                  <c:v>Beschreibung</c:v>
                </c:pt>
                <c:pt idx="3">
                  <c:v>Beschreibung</c:v>
                </c:pt>
                <c:pt idx="4">
                  <c:v>Beschreibung</c:v>
                </c:pt>
                <c:pt idx="5">
                  <c:v>Beschreibung</c:v>
                </c:pt>
              </c:strCache>
            </c:strRef>
          </c:cat>
          <c:val>
            <c:numRef>
              <c:f>Sheet1!$B$2:$G$2</c:f>
              <c:numCache>
                <c:formatCode>0%</c:formatCode>
                <c:ptCount val="6"/>
                <c:pt idx="0">
                  <c:v>0.23</c:v>
                </c:pt>
                <c:pt idx="1">
                  <c:v>0.45</c:v>
                </c:pt>
                <c:pt idx="2">
                  <c:v>0.53</c:v>
                </c:pt>
                <c:pt idx="3">
                  <c:v>0.7100000000000003</c:v>
                </c:pt>
                <c:pt idx="4">
                  <c:v>0.76000000000000034</c:v>
                </c:pt>
                <c:pt idx="5">
                  <c:v>0.82000000000000028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86-42E0-8577-6E098799E9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3675520"/>
        <c:axId val="53677056"/>
      </c:barChart>
      <c:catAx>
        <c:axId val="5367552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chemeClr val="bg1">
                <a:lumMod val="75000"/>
              </a:schemeClr>
            </a:solidFill>
          </a:ln>
        </c:spPr>
        <c:txPr>
          <a:bodyPr/>
          <a:lstStyle/>
          <a:p>
            <a:pPr>
              <a:defRPr sz="1200">
                <a:latin typeface="HTWBerlin Office" panose="02000000000000000000"/>
              </a:defRPr>
            </a:pPr>
            <a:endParaRPr lang="de-DE"/>
          </a:p>
        </c:txPr>
        <c:crossAx val="53677056"/>
        <c:crosses val="autoZero"/>
        <c:auto val="1"/>
        <c:lblAlgn val="ctr"/>
        <c:lblOffset val="20"/>
        <c:noMultiLvlLbl val="0"/>
      </c:catAx>
      <c:valAx>
        <c:axId val="5367705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one"/>
        <c:crossAx val="5367552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800"/>
      </a:pPr>
      <a:endParaRPr lang="de-DE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Tabelle1!$A$2:$A$4</c:f>
              <c:strCache>
                <c:ptCount val="3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</c:strCache>
            </c:strRef>
          </c:cat>
          <c:val>
            <c:numRef>
              <c:f>Tabelle1!$B$2:$B$4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A3-4EAD-BCF9-629A5E4F1181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Tabelle1!$A$2:$A$4</c:f>
              <c:strCache>
                <c:ptCount val="3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</c:strCache>
            </c:strRef>
          </c:cat>
          <c:val>
            <c:numRef>
              <c:f>Tabelle1!$C$2:$C$4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A3-4EAD-BCF9-629A5E4F1181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Tabelle1!$A$2:$A$4</c:f>
              <c:strCache>
                <c:ptCount val="3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</c:strCache>
            </c:strRef>
          </c:cat>
          <c:val>
            <c:numRef>
              <c:f>Tabelle1!$D$2:$D$4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2A3-4EAD-BCF9-629A5E4F11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086272"/>
        <c:axId val="54108544"/>
      </c:barChart>
      <c:catAx>
        <c:axId val="54086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TWBerlin Office" panose="02000000000000000000"/>
                <a:ea typeface="+mn-ea"/>
                <a:cs typeface="+mn-cs"/>
              </a:defRPr>
            </a:pPr>
            <a:endParaRPr lang="de-DE"/>
          </a:p>
        </c:txPr>
        <c:crossAx val="54108544"/>
        <c:crosses val="autoZero"/>
        <c:auto val="1"/>
        <c:lblAlgn val="ctr"/>
        <c:lblOffset val="100"/>
        <c:noMultiLvlLbl val="0"/>
      </c:catAx>
      <c:valAx>
        <c:axId val="54108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TWBerlin Office" panose="02000000000000000000"/>
                <a:ea typeface="+mn-ea"/>
                <a:cs typeface="+mn-cs"/>
              </a:defRPr>
            </a:pPr>
            <a:endParaRPr lang="de-DE"/>
          </a:p>
        </c:txPr>
        <c:crossAx val="54086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6307868406625808E-2"/>
          <c:y val="0.90605136753449023"/>
          <c:w val="0.87430141504899295"/>
          <c:h val="7.1664509902835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TWBerlin Office" panose="02000000000000000000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300-4232-9D9B-4289BB522DA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300-4232-9D9B-4289BB522DA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300-4232-9D9B-4289BB522DA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300-4232-9D9B-4289BB522DA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83-4338-AAE4-A2540ADEF0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08E61B3-4BBB-47D6-AF58-16D89CA3B8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C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F41491-E207-4CD6-A9CB-1D3933C21D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8423C3-D5AF-4925-AFCF-3F6A391BE80F}" type="datetimeFigureOut">
              <a:rPr lang="sr-Latn-CS" smtClean="0"/>
              <a:pPr/>
              <a:t>13.11.2025.</a:t>
            </a:fld>
            <a:endParaRPr lang="sr-Latn-C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39D717C-5F6A-4B7A-A87F-1E154DF2D9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C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0F02979-5BED-439A-9CA1-85BCEFF6DE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DBBF3-82BD-4658-9F7A-5B28869FB808}" type="slidenum">
              <a:rPr lang="sr-Latn-CS" smtClean="0"/>
              <a:pPr/>
              <a:t>‹#›</a:t>
            </a:fld>
            <a:endParaRPr lang="sr-Latn-CS"/>
          </a:p>
        </p:txBody>
      </p:sp>
    </p:spTree>
    <p:extLst>
      <p:ext uri="{BB962C8B-B14F-4D97-AF65-F5344CB8AC3E}">
        <p14:creationId xmlns:p14="http://schemas.microsoft.com/office/powerpoint/2010/main" val="35731456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TWBerlin Office" panose="02000000000000000000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TWBerlin Office" panose="02000000000000000000" pitchFamily="2" charset="0"/>
              </a:defRPr>
            </a:lvl1pPr>
          </a:lstStyle>
          <a:p>
            <a:fld id="{4123B55E-0ACE-924D-BFE6-EE8E92F2A39E}" type="datetimeFigureOut">
              <a:rPr lang="de-DE" smtClean="0"/>
              <a:pPr/>
              <a:t>13.11.2025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TWBerlin Office" panose="02000000000000000000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TWBerlin Office" panose="02000000000000000000" pitchFamily="2" charset="0"/>
              </a:defRPr>
            </a:lvl1pPr>
          </a:lstStyle>
          <a:p>
            <a:fld id="{4EC162E9-57E0-E046-B6DC-E8FB2FA9A909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7825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HTWBerlin Office" panose="02000000000000000000" pitchFamily="2" charset="0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HTWBerlin Office" panose="02000000000000000000" pitchFamily="2" charset="0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HTWBerlin Office" panose="02000000000000000000" pitchFamily="2" charset="0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HTWBerlin Office" panose="02000000000000000000" pitchFamily="2" charset="0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HTWBerlin Office" panose="02000000000000000000" pitchFamily="2" charset="0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Foto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3">
            <a:extLst>
              <a:ext uri="{FF2B5EF4-FFF2-40B4-BE49-F238E27FC236}">
                <a16:creationId xmlns:a16="http://schemas.microsoft.com/office/drawing/2014/main" id="{2521101C-AC3B-49B5-89D0-97651239E4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4253096"/>
            <a:ext cx="6490224" cy="8560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1800" dirty="0" smtClean="0"/>
            </a:lvl1pPr>
            <a:lvl2pPr>
              <a:defRPr lang="de-DE" sz="1500" dirty="0"/>
            </a:lvl2pPr>
          </a:lstStyle>
          <a:p>
            <a:r>
              <a:rPr lang="de-DE" sz="18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rPr>
              <a:t>Referent / Datum ergänzen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364" y="3189130"/>
            <a:ext cx="6637920" cy="614621"/>
          </a:xfrm>
        </p:spPr>
        <p:txBody>
          <a:bodyPr/>
          <a:lstStyle>
            <a:lvl1pPr marL="0" indent="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2359D3DF-BD87-E945-BC14-CF14588E1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64" y="2790660"/>
            <a:ext cx="6637920" cy="106438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8CD9B568-1D16-4F42-9040-2098434EC3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2574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1ECC62E-96F4-834C-A933-7E3D7EC38A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4000" y="3985734"/>
            <a:ext cx="1440000" cy="84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50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hne Fot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DCC1177-8E0E-E24A-8F3E-17ACB1214DE1}"/>
              </a:ext>
            </a:extLst>
          </p:cNvPr>
          <p:cNvSpPr/>
          <p:nvPr userDrawn="1"/>
        </p:nvSpPr>
        <p:spPr>
          <a:xfrm>
            <a:off x="-1" y="0"/>
            <a:ext cx="6886576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endParaRPr lang="de-DE" dirty="0">
              <a:latin typeface="HTWBerlin Office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749" y="1886097"/>
            <a:ext cx="6037220" cy="919423"/>
          </a:xfrm>
        </p:spPr>
        <p:txBody>
          <a:bodyPr/>
          <a:lstStyle>
            <a:lvl1pPr marL="0" indent="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2359D3DF-BD87-E945-BC14-CF14588E1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49" y="1011286"/>
            <a:ext cx="6037219" cy="87665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7A3A5A3-F13C-9A47-B4CC-A42DEA8027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4000" y="3985734"/>
            <a:ext cx="1440000" cy="842205"/>
          </a:xfrm>
          <a:prstGeom prst="rect">
            <a:avLst/>
          </a:prstGeom>
        </p:spPr>
      </p:pic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212D9A26-2571-4012-B1B1-A037484CD0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2868612"/>
            <a:ext cx="6037219" cy="8560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1800" dirty="0" smtClean="0"/>
            </a:lvl1pPr>
            <a:lvl2pPr>
              <a:defRPr lang="de-DE" sz="1500" dirty="0"/>
            </a:lvl2pPr>
          </a:lstStyle>
          <a:p>
            <a:r>
              <a:rPr lang="de-DE" sz="18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rPr>
              <a:t>Referent / Datum ergänzen</a:t>
            </a:r>
          </a:p>
        </p:txBody>
      </p:sp>
    </p:spTree>
    <p:extLst>
      <p:ext uri="{BB962C8B-B14F-4D97-AF65-F5344CB8AC3E}">
        <p14:creationId xmlns:p14="http://schemas.microsoft.com/office/powerpoint/2010/main" val="1197153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hne Foto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DCC1177-8E0E-E24A-8F3E-17ACB1214DE1}"/>
              </a:ext>
            </a:extLst>
          </p:cNvPr>
          <p:cNvSpPr/>
          <p:nvPr userDrawn="1"/>
        </p:nvSpPr>
        <p:spPr>
          <a:xfrm>
            <a:off x="-2" y="0"/>
            <a:ext cx="9144001" cy="257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latin typeface="HTWBerlin Office" panose="02000000000000000000" pitchFamily="2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1E7C99A-B396-594B-AC2B-84BE3CD67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750" y="1886097"/>
            <a:ext cx="6490224" cy="614621"/>
          </a:xfrm>
        </p:spPr>
        <p:txBody>
          <a:bodyPr/>
          <a:lstStyle>
            <a:lvl1pPr marL="0" indent="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  <p:sp>
        <p:nvSpPr>
          <p:cNvPr id="9" name="Titel 11">
            <a:extLst>
              <a:ext uri="{FF2B5EF4-FFF2-40B4-BE49-F238E27FC236}">
                <a16:creationId xmlns:a16="http://schemas.microsoft.com/office/drawing/2014/main" id="{159431D9-2C6C-B547-8D8D-A88855E28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011286"/>
            <a:ext cx="6490224" cy="87665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EDCAAFE-4AB0-B143-ACEC-58F51EC295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4000" y="3985734"/>
            <a:ext cx="1440000" cy="842205"/>
          </a:xfrm>
          <a:prstGeom prst="rect">
            <a:avLst/>
          </a:prstGeom>
        </p:spPr>
      </p:pic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BD791C2B-C127-47CC-8015-A510378142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2868612"/>
            <a:ext cx="6490224" cy="8560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1800" dirty="0" smtClean="0"/>
            </a:lvl1pPr>
            <a:lvl2pPr>
              <a:defRPr lang="de-DE" sz="1500" dirty="0"/>
            </a:lvl2pPr>
          </a:lstStyle>
          <a:p>
            <a:r>
              <a:rPr lang="de-DE" sz="18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rPr>
              <a:t>Referent / Datum ergänzen</a:t>
            </a:r>
          </a:p>
        </p:txBody>
      </p:sp>
    </p:spTree>
    <p:extLst>
      <p:ext uri="{BB962C8B-B14F-4D97-AF65-F5344CB8AC3E}">
        <p14:creationId xmlns:p14="http://schemas.microsoft.com/office/powerpoint/2010/main" val="50211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n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DCC1177-8E0E-E24A-8F3E-17ACB1214DE1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endParaRPr lang="de-DE" dirty="0">
              <a:latin typeface="HTWBerlin Office" panose="02000000000000000000" pitchFamily="2" charset="0"/>
            </a:endParaRP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2359D3DF-BD87-E945-BC14-CF14588E1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49" y="1011286"/>
            <a:ext cx="6030383" cy="1560464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9EB64A6D-7E18-4E79-A705-DE5D4E7594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450125" y="4687099"/>
            <a:ext cx="4120007" cy="1800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b="0" smtClean="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Referent_in</a:t>
            </a:r>
            <a:r>
              <a:rPr lang="de-DE"/>
              <a:t> ergänzen bitte | Folientitel in Kurzform</a:t>
            </a:r>
            <a:endParaRPr lang="de-DE" dirty="0"/>
          </a:p>
        </p:txBody>
      </p:sp>
      <p:sp>
        <p:nvSpPr>
          <p:cNvPr id="13" name="Foliennummernplatzhalter 11">
            <a:extLst>
              <a:ext uri="{FF2B5EF4-FFF2-40B4-BE49-F238E27FC236}">
                <a16:creationId xmlns:a16="http://schemas.microsoft.com/office/drawing/2014/main" id="{D444DE69-931F-4A41-A45E-1ACE19F495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39750" y="4687099"/>
            <a:ext cx="1728788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5D25029-37DE-484F-BFE0-9B37AF2B26B8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772F8F88-A86D-4C46-BAE5-29BAADE0B7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biLevel thresh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5655" y="4587241"/>
            <a:ext cx="720321" cy="221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398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Foto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1880812"/>
            <a:ext cx="4212000" cy="614621"/>
          </a:xfrm>
        </p:spPr>
        <p:txBody>
          <a:bodyPr/>
          <a:lstStyle>
            <a:lvl1pPr marL="0" indent="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2359D3DF-BD87-E945-BC14-CF14588E1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006001"/>
            <a:ext cx="4212000" cy="872331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5BD2579-D21F-0049-8834-9A86D5CAB6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4000" y="3985734"/>
            <a:ext cx="1440000" cy="842205"/>
          </a:xfrm>
          <a:prstGeom prst="rect">
            <a:avLst/>
          </a:prstGeom>
        </p:spPr>
      </p:pic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8CD9B568-1D16-4F42-9040-2098434EC3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211638" cy="51435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790B71E-342E-0A47-8C5D-69F19A7694E6}"/>
              </a:ext>
            </a:extLst>
          </p:cNvPr>
          <p:cNvSpPr txBox="1"/>
          <p:nvPr userDrawn="1"/>
        </p:nvSpPr>
        <p:spPr>
          <a:xfrm>
            <a:off x="4543105" y="2808000"/>
            <a:ext cx="3521507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endParaRPr lang="de-DE" dirty="0">
              <a:latin typeface="HTWBerlin Office" panose="02000000000000000000" pitchFamily="2" charset="0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DB2114F-2251-469A-AF7A-2BAA547F05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1" y="2868612"/>
            <a:ext cx="4212000" cy="842205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1800" dirty="0" smtClean="0"/>
            </a:lvl1pPr>
            <a:lvl2pPr>
              <a:defRPr lang="de-DE" sz="1500" dirty="0"/>
            </a:lvl2pPr>
          </a:lstStyle>
          <a:p>
            <a:r>
              <a:rPr lang="de-DE" sz="18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rPr>
              <a:t>Referent / Datum ergänzen</a:t>
            </a:r>
          </a:p>
        </p:txBody>
      </p:sp>
    </p:spTree>
    <p:extLst>
      <p:ext uri="{BB962C8B-B14F-4D97-AF65-F5344CB8AC3E}">
        <p14:creationId xmlns:p14="http://schemas.microsoft.com/office/powerpoint/2010/main" val="306360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2156148-55FE-AD47-B232-4B9BB1515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A4230C6A-BAC5-374F-801E-032B04CDC5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de-DE" b="0" smtClean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e-DE"/>
              <a:t>Referent_in ergänzen bitte | Folientitel in Kurzform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F2A23FCB-F492-5349-A00F-9B00AA729D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900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1spaltig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997200"/>
            <a:ext cx="7524500" cy="3420000"/>
          </a:xfrm>
        </p:spPr>
        <p:txBody>
          <a:bodyPr/>
          <a:lstStyle>
            <a:lvl1pPr algn="l" defTabSz="685800" rtl="0" eaLnBrk="1" latinLnBrk="0" hangingPunct="1">
              <a:lnSpc>
                <a:spcPct val="100000"/>
              </a:lnSpc>
              <a:buFont typeface="Arial" panose="020B0604020202020204" pitchFamily="34" charset="0"/>
              <a:defRPr lang="de-DE" sz="20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ct val="100000"/>
              </a:lnSpc>
              <a:buFont typeface="Arial" panose="020B0604020202020204" pitchFamily="34" charset="0"/>
              <a:tabLst/>
              <a:defRPr lang="de-DE" sz="20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algn="l" defTabSz="685800" rtl="0" eaLnBrk="1" latinLnBrk="0" hangingPunct="1">
              <a:lnSpc>
                <a:spcPct val="100000"/>
              </a:lnSpc>
              <a:buFont typeface="Arial" panose="020B0604020202020204" pitchFamily="34" charset="0"/>
              <a:defRPr lang="de-DE" sz="10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algn="l" defTabSz="685800" rtl="0" eaLnBrk="1" latinLnBrk="0" hangingPunct="1">
              <a:buFont typeface="Arial" panose="020B0604020202020204" pitchFamily="34" charset="0"/>
              <a:defRPr lang="de-DE" sz="24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algn="l" defTabSz="685800" rtl="0" eaLnBrk="1" latinLnBrk="0" hangingPunct="1">
              <a:lnSpc>
                <a:spcPct val="100000"/>
              </a:lnSpc>
              <a:buFont typeface="Arial" panose="020B0604020202020204" pitchFamily="34" charset="0"/>
              <a:defRPr lang="en-US" sz="16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>
              <a:lnSpc>
                <a:spcPct val="100000"/>
              </a:lnSpc>
              <a:defRPr/>
            </a:lvl6pPr>
          </a:lstStyle>
          <a:p>
            <a:pPr marL="0" marR="0" lvl="0" indent="0" algn="l" defTabSz="6858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TWBerlin Office" panose="02000000000000000000" pitchFamily="2" charset="0"/>
                <a:ea typeface="+mn-ea"/>
                <a:cs typeface="+mn-cs"/>
              </a:rPr>
              <a:t>Mastertextformat bearbeiten</a:t>
            </a:r>
          </a:p>
          <a:p>
            <a:pPr marL="179388" marR="0" lvl="1" indent="-179388" algn="l" defTabSz="6858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rgbClr val="76B9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TWBerlin Office" panose="02000000000000000000" pitchFamily="2" charset="0"/>
                <a:ea typeface="+mn-ea"/>
                <a:cs typeface="+mn-cs"/>
              </a:rPr>
              <a:t>Zweite Ebene</a:t>
            </a:r>
          </a:p>
          <a:p>
            <a:pPr marL="357188" marR="0" lvl="2" indent="-177800" algn="l" defTabSz="6858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rgbClr val="76B9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TWBerlin Office" panose="02000000000000000000" pitchFamily="2" charset="0"/>
                <a:ea typeface="+mn-ea"/>
                <a:cs typeface="+mn-cs"/>
              </a:rPr>
              <a:t>Dritte Ebene</a:t>
            </a:r>
          </a:p>
          <a:p>
            <a:pPr marL="450850" marR="0" lvl="4" indent="-179388" algn="l" defTabSz="6858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rgbClr val="76B9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TWBerlin Office" panose="02000000000000000000" pitchFamily="2" charset="0"/>
                <a:ea typeface="+mn-ea"/>
                <a:cs typeface="+mn-cs"/>
              </a:rPr>
              <a:t>Vierte Ebene</a:t>
            </a:r>
          </a:p>
          <a:p>
            <a:pPr marL="628650" marR="0" lvl="5" indent="-17780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6B9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Fünfte Ebene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2156148-55FE-AD47-B232-4B9BB1515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A4230C6A-BAC5-374F-801E-032B04CDC5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de-DE" b="0" smtClean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e-DE" dirty="0" err="1"/>
              <a:t>Referent_in</a:t>
            </a:r>
            <a:r>
              <a:rPr lang="de-DE" dirty="0"/>
              <a:t> ergänzen bitte | Folientitel in Kurzform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F2A23FCB-F492-5349-A00F-9B00AA729D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949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spaltig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998574"/>
            <a:ext cx="3671638" cy="3420000"/>
          </a:xfrm>
        </p:spPr>
        <p:txBody>
          <a:bodyPr/>
          <a:lstStyle>
            <a:lvl1pPr>
              <a:lnSpc>
                <a:spcPct val="100000"/>
              </a:lnSpc>
              <a:defRPr sz="1400"/>
            </a:lvl1pPr>
            <a:lvl2pPr marL="0" indent="0">
              <a:lnSpc>
                <a:spcPct val="100000"/>
              </a:lnSpc>
              <a:buFont typeface="Arial" panose="020B0604020202020204" pitchFamily="34" charset="0"/>
              <a:buNone/>
              <a:defRPr lang="de-DE" sz="1400" kern="1200" dirty="0" smtClean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179388" indent="0">
              <a:lnSpc>
                <a:spcPct val="100000"/>
              </a:lnSpc>
              <a:buNone/>
              <a:defRPr lang="de-DE" sz="12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536575" indent="-179388">
              <a:lnSpc>
                <a:spcPct val="100000"/>
              </a:lnSpc>
              <a:defRPr sz="1100"/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marL="179388" marR="0" lvl="1" indent="-1793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Zweite Ebene</a:t>
            </a:r>
          </a:p>
          <a:p>
            <a:pPr marL="357188" marR="0" lvl="2" indent="-177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e-DE"/>
              <a:t>Referent_in ergänzen bitte | Folientitel in Kurzform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778FFE-4E63-B943-889A-6AC582B2A2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2613" y="998574"/>
            <a:ext cx="3671638" cy="3420000"/>
          </a:xfrm>
        </p:spPr>
        <p:txBody>
          <a:bodyPr/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 marL="179388" indent="0">
              <a:buNone/>
              <a:defRPr lang="de-DE" sz="12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357187" indent="0">
              <a:buNone/>
              <a:defRPr lang="de-DE" sz="1100" kern="1200" noProof="0" dirty="0" smtClean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marL="179388" marR="0" lvl="1" indent="-1793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Zweite Ebene</a:t>
            </a:r>
          </a:p>
          <a:p>
            <a:pPr marL="357188" marR="0" lvl="2" indent="-177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Dritte Ebene</a:t>
            </a:r>
          </a:p>
          <a:p>
            <a:pPr marL="534987" marR="0" lvl="3" indent="-177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926927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spaltiger Tex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2660952"/>
            <a:ext cx="3671638" cy="1757622"/>
          </a:xfrm>
        </p:spPr>
        <p:txBody>
          <a:bodyPr/>
          <a:lstStyle>
            <a:lvl1pPr>
              <a:lnSpc>
                <a:spcPct val="100000"/>
              </a:lnSpc>
              <a:defRPr sz="1400"/>
            </a:lvl1pPr>
            <a:lvl2pPr marL="0" indent="0">
              <a:lnSpc>
                <a:spcPct val="100000"/>
              </a:lnSpc>
              <a:buNone/>
              <a:defRPr lang="de-DE" sz="12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179388" indent="0">
              <a:lnSpc>
                <a:spcPct val="100000"/>
              </a:lnSpc>
              <a:buNone/>
              <a:defRPr lang="de-DE" sz="11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>
              <a:defRPr sz="14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marL="179388" marR="0" lvl="1" indent="-1793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Zweite Ebene</a:t>
            </a:r>
          </a:p>
          <a:p>
            <a:pPr marL="357188" marR="0" lvl="2" indent="-177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Dritte Ebene</a:t>
            </a:r>
          </a:p>
          <a:p>
            <a:pPr lvl="4"/>
            <a:r>
              <a:rPr lang="de-DE" dirty="0"/>
              <a:t>Vierte Ebene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e-DE"/>
              <a:t>Referent_in ergänzen bitte | Folientitel in Kurzform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778FFE-4E63-B943-889A-6AC582B2A2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2613" y="2660952"/>
            <a:ext cx="3671638" cy="1757622"/>
          </a:xfrm>
        </p:spPr>
        <p:txBody>
          <a:bodyPr/>
          <a:lstStyle>
            <a:lvl1pPr>
              <a:lnSpc>
                <a:spcPct val="100000"/>
              </a:lnSpc>
              <a:defRPr sz="1400"/>
            </a:lvl1pPr>
            <a:lvl2pPr marL="179388" indent="-179388">
              <a:lnSpc>
                <a:spcPct val="100000"/>
              </a:lnSpc>
              <a:defRPr lang="de-DE" sz="1200" kern="1200" dirty="0" smtClean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179388" indent="0">
              <a:buNone/>
              <a:defRPr lang="de-DE" sz="1100" kern="1200" dirty="0" smtClean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>
              <a:defRPr sz="1400"/>
            </a:lvl4pPr>
            <a:lvl5pPr marL="450850" indent="-179388">
              <a:defRPr lang="de-DE" sz="1000" kern="1200" dirty="0" smtClean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marL="179388" marR="0" lvl="1" indent="-1793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Zweite Ebene</a:t>
            </a:r>
          </a:p>
          <a:p>
            <a:pPr marL="357188" marR="0" lvl="2" indent="-177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Dritte Ebene</a:t>
            </a:r>
          </a:p>
          <a:p>
            <a:pPr marL="450850" lvl="4" indent="-1793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</a:pPr>
            <a:r>
              <a:rPr lang="de-DE" dirty="0"/>
              <a:t>Vierte Ebene</a:t>
            </a:r>
          </a:p>
        </p:txBody>
      </p:sp>
      <p:sp>
        <p:nvSpPr>
          <p:cNvPr id="8" name="Bildplatzhalter 16">
            <a:extLst>
              <a:ext uri="{FF2B5EF4-FFF2-40B4-BE49-F238E27FC236}">
                <a16:creationId xmlns:a16="http://schemas.microsoft.com/office/drawing/2014/main" id="{E746415B-0A49-4500-A0FE-A1DD9DB3F9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9750" y="998574"/>
            <a:ext cx="3671887" cy="1517236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Bildplatzhalter 16">
            <a:extLst>
              <a:ext uri="{FF2B5EF4-FFF2-40B4-BE49-F238E27FC236}">
                <a16:creationId xmlns:a16="http://schemas.microsoft.com/office/drawing/2014/main" id="{14C449FC-589D-4576-B7D5-AD4142CE08E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92613" y="998574"/>
            <a:ext cx="3671887" cy="1517236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8207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2spaltiger Text mi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305147"/>
            <a:ext cx="4649470" cy="443628"/>
          </a:xfrm>
        </p:spPr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320164"/>
            <a:ext cx="4649220" cy="3098409"/>
          </a:xfrm>
        </p:spPr>
        <p:txBody>
          <a:bodyPr/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200"/>
            </a:lvl3pPr>
            <a:lvl4pPr marL="642937" indent="-285750">
              <a:defRPr lang="de-DE" sz="11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marL="179388" marR="0" lvl="1" indent="-1793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Zweite Ebene</a:t>
            </a:r>
          </a:p>
          <a:p>
            <a:pPr marL="357188" marR="0" lvl="2" indent="-177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Dritte Ebene</a:t>
            </a:r>
          </a:p>
          <a:p>
            <a:pPr marL="536575" lvl="3" indent="-1793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</a:pPr>
            <a:r>
              <a:rPr lang="de-DE" dirty="0"/>
              <a:t>Vierte Ebene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e-DE"/>
              <a:t>Referent_in ergänzen bitte | Folientitel in Kurzform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75D05B5-8664-4549-B424-D3465DBFD393}"/>
              </a:ext>
            </a:extLst>
          </p:cNvPr>
          <p:cNvSpPr/>
          <p:nvPr userDrawn="1"/>
        </p:nvSpPr>
        <p:spPr>
          <a:xfrm>
            <a:off x="5470724" y="-4"/>
            <a:ext cx="3673276" cy="51435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C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778FFE-4E63-B943-889A-6AC582B2A2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53866" y="1320164"/>
            <a:ext cx="2310634" cy="3098410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DFF2494-B727-44F8-8462-B033CDBF9D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biLevel thresh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5655" y="4587241"/>
            <a:ext cx="720321" cy="221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6847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3spaltig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998574"/>
            <a:ext cx="2382188" cy="3420000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defRPr sz="14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marL="179388" marR="0" lvl="1" indent="-1793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Zweite Ebene</a:t>
            </a:r>
          </a:p>
          <a:p>
            <a:pPr marL="357188" marR="0" lvl="2" indent="-177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Dritte Ebene</a:t>
            </a:r>
          </a:p>
          <a:p>
            <a:pPr lvl="4"/>
            <a:r>
              <a:rPr lang="de-DE" dirty="0"/>
              <a:t>Vierte Ebene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de-DE" b="0" smtClean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e-DE" dirty="0" err="1"/>
              <a:t>Referent_in</a:t>
            </a:r>
            <a:r>
              <a:rPr lang="de-DE" dirty="0"/>
              <a:t> ergänzen bitte | Folientitel in Kurzform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778FFE-4E63-B943-889A-6AC582B2A2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11156" y="998574"/>
            <a:ext cx="2382188" cy="3420000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lnSpc>
                <a:spcPct val="100000"/>
              </a:lnSpc>
              <a:defRPr sz="1200"/>
            </a:lvl2pPr>
            <a:lvl3pPr marL="357188" indent="-177800">
              <a:lnSpc>
                <a:spcPct val="100000"/>
              </a:lnSpc>
              <a:defRPr lang="de-DE" sz="1100" kern="1200" dirty="0" smtClean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>
              <a:defRPr sz="1400"/>
            </a:lvl4pPr>
            <a:lvl5pPr marL="450850" indent="-179388">
              <a:lnSpc>
                <a:spcPct val="100000"/>
              </a:lnSpc>
              <a:defRPr lang="de-DE" sz="10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marL="179388" marR="0" lvl="1" indent="-1793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Zweite Ebene</a:t>
            </a:r>
          </a:p>
          <a:p>
            <a:pPr marL="357188" marR="0" lvl="2" indent="-177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Dritte Ebene</a:t>
            </a:r>
          </a:p>
          <a:p>
            <a:pPr marL="450850" lvl="4" indent="-1793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</a:pPr>
            <a:r>
              <a:rPr lang="de-DE" dirty="0"/>
              <a:t>Vierte Ebene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4C3E0C8-2037-4B8D-B8DA-FB01A6D8704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682312" y="998574"/>
            <a:ext cx="2382188" cy="3420000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lnSpc>
                <a:spcPct val="100000"/>
              </a:lnSpc>
              <a:defRPr sz="1200"/>
            </a:lvl2pPr>
            <a:lvl3pPr marL="357188" indent="-177800">
              <a:lnSpc>
                <a:spcPct val="100000"/>
              </a:lnSpc>
              <a:defRPr lang="de-DE" sz="1100" kern="1200" dirty="0" smtClean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>
              <a:defRPr sz="1400"/>
            </a:lvl4pPr>
            <a:lvl5pPr marL="450850" indent="-179388">
              <a:lnSpc>
                <a:spcPct val="100000"/>
              </a:lnSpc>
              <a:defRPr lang="de-DE" sz="10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marL="179388" marR="0" lvl="1" indent="-1793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Zweite Ebene</a:t>
            </a:r>
          </a:p>
          <a:p>
            <a:pPr marL="357188" marR="0" lvl="2" indent="-177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Dritte Ebene</a:t>
            </a:r>
          </a:p>
          <a:p>
            <a:pPr marL="450850" lvl="4" indent="-1793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</a:pPr>
            <a:r>
              <a:rPr lang="de-DE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1603810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spaltiger Text +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2390018"/>
            <a:ext cx="2382188" cy="2028555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 marL="179388" indent="-179388">
              <a:lnSpc>
                <a:spcPct val="100000"/>
              </a:lnSpc>
              <a:defRPr lang="de-DE" sz="1200" kern="1200" dirty="0" smtClean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357188" indent="-177800">
              <a:lnSpc>
                <a:spcPct val="100000"/>
              </a:lnSpc>
              <a:defRPr lang="de-DE" sz="1100" kern="1200" dirty="0" smtClean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>
              <a:defRPr sz="1400"/>
            </a:lvl4pPr>
            <a:lvl5pPr marL="450850" indent="-179388">
              <a:lnSpc>
                <a:spcPct val="100000"/>
              </a:lnSpc>
              <a:defRPr lang="de-DE" sz="10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marL="179388" marR="0" lvl="1" indent="-1793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Zweite Ebene</a:t>
            </a:r>
          </a:p>
          <a:p>
            <a:pPr marL="357188" marR="0" lvl="2" indent="-177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Dritte Ebene</a:t>
            </a:r>
          </a:p>
          <a:p>
            <a:pPr marL="450850" lvl="4" indent="-1793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</a:pPr>
            <a:r>
              <a:rPr lang="de-DE" dirty="0"/>
              <a:t>Vierte Ebene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de-DE" b="0" smtClean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e-DE"/>
              <a:t>Referent_in ergänzen bitte | Folientitel in Kurzform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778FFE-4E63-B943-889A-6AC582B2A2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11156" y="2390018"/>
            <a:ext cx="2382188" cy="2028555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lnSpc>
                <a:spcPct val="100000"/>
              </a:lnSpc>
              <a:defRPr sz="1200"/>
            </a:lvl2pPr>
            <a:lvl3pPr marL="357188" indent="-177800">
              <a:lnSpc>
                <a:spcPct val="100000"/>
              </a:lnSpc>
              <a:defRPr lang="de-DE" sz="1100" kern="1200" dirty="0" smtClean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>
              <a:defRPr sz="1400"/>
            </a:lvl4pPr>
            <a:lvl5pPr marL="450850" indent="-179388">
              <a:lnSpc>
                <a:spcPct val="100000"/>
              </a:lnSpc>
              <a:defRPr lang="de-DE" sz="10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marL="179388" marR="0" lvl="1" indent="-1793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Zweite Ebene</a:t>
            </a:r>
          </a:p>
          <a:p>
            <a:pPr marL="357188" marR="0" lvl="2" indent="-177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Dritte Ebene</a:t>
            </a:r>
          </a:p>
          <a:p>
            <a:pPr marL="450850" lvl="4" indent="-1793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</a:pPr>
            <a:r>
              <a:rPr lang="de-DE" dirty="0"/>
              <a:t>Vierte Ebene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4C3E0C8-2037-4B8D-B8DA-FB01A6D8704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682312" y="2390018"/>
            <a:ext cx="2382188" cy="2028555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lnSpc>
                <a:spcPct val="100000"/>
              </a:lnSpc>
              <a:defRPr sz="1200"/>
            </a:lvl2pPr>
            <a:lvl3pPr marL="357188" indent="-177800">
              <a:lnSpc>
                <a:spcPct val="100000"/>
              </a:lnSpc>
              <a:defRPr lang="de-DE" sz="1100" kern="1200" dirty="0" smtClean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>
              <a:defRPr sz="1400"/>
            </a:lvl4pPr>
            <a:lvl5pPr marL="450850" indent="-179388">
              <a:lnSpc>
                <a:spcPct val="100000"/>
              </a:lnSpc>
              <a:defRPr lang="de-DE" sz="10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marL="179388" marR="0" lvl="1" indent="-1793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Zweite Ebene</a:t>
            </a:r>
          </a:p>
          <a:p>
            <a:pPr marL="357188" marR="0" lvl="2" indent="-177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Dritte Ebene</a:t>
            </a:r>
          </a:p>
          <a:p>
            <a:pPr marL="450850" lvl="4" indent="-1793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</a:pPr>
            <a:r>
              <a:rPr lang="de-DE" dirty="0"/>
              <a:t>Vierte Ebene</a:t>
            </a:r>
          </a:p>
        </p:txBody>
      </p:sp>
      <p:sp>
        <p:nvSpPr>
          <p:cNvPr id="8" name="Bildplatzhalter 16">
            <a:extLst>
              <a:ext uri="{FF2B5EF4-FFF2-40B4-BE49-F238E27FC236}">
                <a16:creationId xmlns:a16="http://schemas.microsoft.com/office/drawing/2014/main" id="{B3D049B4-0077-49D3-9E92-CA89E025BA6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9751" y="1040190"/>
            <a:ext cx="2382438" cy="1228878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Bildplatzhalter 16">
            <a:extLst>
              <a:ext uri="{FF2B5EF4-FFF2-40B4-BE49-F238E27FC236}">
                <a16:creationId xmlns:a16="http://schemas.microsoft.com/office/drawing/2014/main" id="{2F88F239-9330-4169-AFE2-939BDBD39EE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11156" y="1040190"/>
            <a:ext cx="2382438" cy="1228878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10" name="Bildplatzhalter 16">
            <a:extLst>
              <a:ext uri="{FF2B5EF4-FFF2-40B4-BE49-F238E27FC236}">
                <a16:creationId xmlns:a16="http://schemas.microsoft.com/office/drawing/2014/main" id="{2F20F21C-2A49-4290-A8C1-ABFFEB698A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82312" y="1040190"/>
            <a:ext cx="2382438" cy="1228878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179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-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6">
            <a:extLst>
              <a:ext uri="{FF2B5EF4-FFF2-40B4-BE49-F238E27FC236}">
                <a16:creationId xmlns:a16="http://schemas.microsoft.com/office/drawing/2014/main" id="{0C44FC99-9462-4326-926A-3B688F31A4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70724" y="-1"/>
            <a:ext cx="3673275" cy="5143499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2156148-55FE-AD47-B232-4B9BB15154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305147"/>
            <a:ext cx="4661424" cy="8766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A4230C6A-BAC5-374F-801E-032B04CDC5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450125" y="4687099"/>
            <a:ext cx="2751049" cy="1800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b="0" smtClean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e-DE"/>
              <a:t>Referent_in ergänzen bitte | Folientitel in Kurzform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F2A23FCB-F492-5349-A00F-9B00AA729D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AB940CF-F783-4F3D-A60A-EC1AF0CB4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320164"/>
            <a:ext cx="4649220" cy="3098409"/>
          </a:xfrm>
        </p:spPr>
        <p:txBody>
          <a:bodyPr/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200"/>
            </a:lvl3pPr>
            <a:lvl4pPr marL="642937" indent="-285750">
              <a:defRPr lang="de-DE" sz="11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marL="179388" marR="0" lvl="1" indent="-1793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Zweite Ebene</a:t>
            </a:r>
          </a:p>
          <a:p>
            <a:pPr marL="357188" marR="0" lvl="2" indent="-177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Dritte Ebene</a:t>
            </a:r>
          </a:p>
          <a:p>
            <a:pPr marL="536575" lvl="3" indent="-1793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</a:pPr>
            <a:r>
              <a:rPr lang="de-DE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421011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Text-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6">
            <a:extLst>
              <a:ext uri="{FF2B5EF4-FFF2-40B4-BE49-F238E27FC236}">
                <a16:creationId xmlns:a16="http://schemas.microsoft.com/office/drawing/2014/main" id="{0C44FC99-9462-4326-926A-3B688F31A4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5470724" cy="5143499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02313" y="1368245"/>
            <a:ext cx="2262187" cy="3048955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 marL="136525" indent="-136525">
              <a:lnSpc>
                <a:spcPct val="100000"/>
              </a:lnSpc>
              <a:tabLst/>
              <a:defRPr sz="1200"/>
            </a:lvl2pPr>
            <a:lvl3pPr>
              <a:lnSpc>
                <a:spcPct val="100000"/>
              </a:lnSpc>
              <a:defRPr sz="1100"/>
            </a:lvl3pPr>
            <a:lvl4pPr>
              <a:defRPr sz="1200"/>
            </a:lvl4pPr>
            <a:lvl5pPr marL="536575" indent="-265113">
              <a:lnSpc>
                <a:spcPct val="100000"/>
              </a:lnSpc>
              <a:defRPr sz="10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marL="179388" marR="0" lvl="1" indent="-1793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Zweite Ebene</a:t>
            </a:r>
          </a:p>
          <a:p>
            <a:pPr marL="357188" marR="0" lvl="2" indent="-177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Dritte Ebene</a:t>
            </a:r>
          </a:p>
          <a:p>
            <a:pPr marL="450850" lvl="4" indent="-1793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</a:pPr>
            <a:r>
              <a:rPr lang="de-DE" dirty="0"/>
              <a:t>Vierte Ebene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2156148-55FE-AD47-B232-4B9BB1515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2313" y="305146"/>
            <a:ext cx="2982912" cy="1063099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A4230C6A-BAC5-374F-801E-032B04CDC5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450125" y="4687099"/>
            <a:ext cx="2751049" cy="1800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b="0" smtClean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e-DE"/>
              <a:t>Referent_in ergänzen bitte | Folientitel in Kurzform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F2A23FCB-F492-5349-A00F-9B00AA729D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517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Referent_in ergänzen bitte | Folientitel in Kurzform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EDE7741-42BA-EA43-A982-AB4B7E3D7B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058863"/>
            <a:ext cx="5459294" cy="4084637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205E5B9-08E1-1F43-B4E5-E9F913D027C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70724" y="1058863"/>
            <a:ext cx="3673276" cy="4084637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013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 quer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Referent_in ergänzen bitte | Folientitel in Kurzform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EDE7741-42BA-EA43-A982-AB4B7E3D7B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058400"/>
            <a:ext cx="9144000" cy="4084637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84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 vollforma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EDE7741-42BA-EA43-A982-AB4B7E3D7B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037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de-DE" b="0" smtClean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e-DE"/>
              <a:t>Referent_in ergänzen bitte | Folientitel in Kurzform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903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 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EDE7741-42BA-EA43-A982-AB4B7E3D7B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2571749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de-DE" b="0" smtClean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e-DE" dirty="0" err="1"/>
              <a:t>Referent_in</a:t>
            </a:r>
            <a:r>
              <a:rPr lang="de-DE" dirty="0"/>
              <a:t> ergänzen bitte | Folientitel in Kurzform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4331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DCC1177-8E0E-E24A-8F3E-17ACB1214DE1}"/>
              </a:ext>
            </a:extLst>
          </p:cNvPr>
          <p:cNvSpPr/>
          <p:nvPr userDrawn="1"/>
        </p:nvSpPr>
        <p:spPr>
          <a:xfrm>
            <a:off x="-2" y="1058862"/>
            <a:ext cx="9144001" cy="4084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latin typeface="HTWBerlin Office" panose="02000000000000000000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729F2FF-BCA5-394F-B072-D8F1B151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305147"/>
            <a:ext cx="7524750" cy="443628"/>
          </a:xfrm>
        </p:spPr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55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DCC1177-8E0E-E24A-8F3E-17ACB1214DE1}"/>
              </a:ext>
            </a:extLst>
          </p:cNvPr>
          <p:cNvSpPr/>
          <p:nvPr userDrawn="1"/>
        </p:nvSpPr>
        <p:spPr>
          <a:xfrm>
            <a:off x="-1" y="0"/>
            <a:ext cx="6138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latin typeface="HTWBerlin Office" panose="02000000000000000000" pitchFamily="2" charset="0"/>
            </a:endParaRP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2359D3DF-BD87-E945-BC14-CF14588E1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011286"/>
            <a:ext cx="4392000" cy="8766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282275C-62C9-2940-B8FE-A5F1523AB816}"/>
              </a:ext>
            </a:extLst>
          </p:cNvPr>
          <p:cNvSpPr txBox="1"/>
          <p:nvPr userDrawn="1"/>
        </p:nvSpPr>
        <p:spPr>
          <a:xfrm>
            <a:off x="539639" y="4596898"/>
            <a:ext cx="3671999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de-DE" dirty="0" err="1">
                <a:latin typeface="HTWBerlin Office" panose="02000000000000000000" pitchFamily="2" charset="0"/>
              </a:rPr>
              <a:t>www.htw-berlin.de</a:t>
            </a:r>
            <a:endParaRPr lang="de-DE" dirty="0">
              <a:latin typeface="HTWBerlin Office" panose="02000000000000000000" pitchFamily="2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7A3A5A3-F13C-9A47-B4CC-A42DEA8027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4000" y="3985734"/>
            <a:ext cx="1440000" cy="84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1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 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DCC1177-8E0E-E24A-8F3E-17ACB1214DE1}"/>
              </a:ext>
            </a:extLst>
          </p:cNvPr>
          <p:cNvSpPr/>
          <p:nvPr userDrawn="1"/>
        </p:nvSpPr>
        <p:spPr>
          <a:xfrm>
            <a:off x="-2" y="0"/>
            <a:ext cx="9144001" cy="257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latin typeface="HTWBerlin Office" panose="02000000000000000000" pitchFamily="2" charset="0"/>
            </a:endParaRPr>
          </a:p>
        </p:txBody>
      </p:sp>
      <p:sp>
        <p:nvSpPr>
          <p:cNvPr id="9" name="Titel 11">
            <a:extLst>
              <a:ext uri="{FF2B5EF4-FFF2-40B4-BE49-F238E27FC236}">
                <a16:creationId xmlns:a16="http://schemas.microsoft.com/office/drawing/2014/main" id="{159431D9-2C6C-B547-8D8D-A88855E28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011286"/>
            <a:ext cx="8244250" cy="8766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EDCAAFE-4AB0-B143-ACEC-58F51EC295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4000" y="3985734"/>
            <a:ext cx="1440000" cy="84220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991474DA-6934-A74E-A221-0E605B32D19F}"/>
              </a:ext>
            </a:extLst>
          </p:cNvPr>
          <p:cNvSpPr txBox="1"/>
          <p:nvPr userDrawn="1"/>
        </p:nvSpPr>
        <p:spPr>
          <a:xfrm>
            <a:off x="539639" y="4596898"/>
            <a:ext cx="3671999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de-DE" dirty="0" err="1">
                <a:latin typeface="HTWBerlin Office" panose="02000000000000000000" pitchFamily="2" charset="0"/>
              </a:rPr>
              <a:t>www.htw-berlin.de</a:t>
            </a:r>
            <a:endParaRPr lang="de-DE" dirty="0">
              <a:latin typeface="HTWBerlin Office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96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 B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7">
            <a:extLst>
              <a:ext uri="{FF2B5EF4-FFF2-40B4-BE49-F238E27FC236}">
                <a16:creationId xmlns:a16="http://schemas.microsoft.com/office/drawing/2014/main" id="{E9F2FC35-0648-4B8C-BA02-E458FABC0A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2571749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Titel 11">
            <a:extLst>
              <a:ext uri="{FF2B5EF4-FFF2-40B4-BE49-F238E27FC236}">
                <a16:creationId xmlns:a16="http://schemas.microsoft.com/office/drawing/2014/main" id="{159431D9-2C6C-B547-8D8D-A88855E28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011286"/>
            <a:ext cx="8244250" cy="8766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EDCAAFE-4AB0-B143-ACEC-58F51EC295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4000" y="3985734"/>
            <a:ext cx="1440000" cy="84220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991474DA-6934-A74E-A221-0E605B32D19F}"/>
              </a:ext>
            </a:extLst>
          </p:cNvPr>
          <p:cNvSpPr txBox="1"/>
          <p:nvPr userDrawn="1"/>
        </p:nvSpPr>
        <p:spPr>
          <a:xfrm>
            <a:off x="539639" y="4596898"/>
            <a:ext cx="3671999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de-DE" dirty="0" err="1">
                <a:latin typeface="HTWBerlin Office" panose="02000000000000000000" pitchFamily="2" charset="0"/>
              </a:rPr>
              <a:t>www.htw-berlin.de</a:t>
            </a:r>
            <a:endParaRPr lang="de-DE" dirty="0">
              <a:latin typeface="HTWBerlin Office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11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 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DCC1177-8E0E-E24A-8F3E-17ACB1214DE1}"/>
              </a:ext>
            </a:extLst>
          </p:cNvPr>
          <p:cNvSpPr/>
          <p:nvPr userDrawn="1"/>
        </p:nvSpPr>
        <p:spPr>
          <a:xfrm>
            <a:off x="-2" y="0"/>
            <a:ext cx="9144001" cy="257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latin typeface="HTWBerlin Office" panose="02000000000000000000" pitchFamily="2" charset="0"/>
            </a:endParaRPr>
          </a:p>
        </p:txBody>
      </p:sp>
      <p:sp>
        <p:nvSpPr>
          <p:cNvPr id="9" name="Titel 11">
            <a:extLst>
              <a:ext uri="{FF2B5EF4-FFF2-40B4-BE49-F238E27FC236}">
                <a16:creationId xmlns:a16="http://schemas.microsoft.com/office/drawing/2014/main" id="{159431D9-2C6C-B547-8D8D-A88855E28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011286"/>
            <a:ext cx="8244250" cy="8766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EDCAAFE-4AB0-B143-ACEC-58F51EC295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4000" y="3985734"/>
            <a:ext cx="1440000" cy="84220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991474DA-6934-A74E-A221-0E605B32D19F}"/>
              </a:ext>
            </a:extLst>
          </p:cNvPr>
          <p:cNvSpPr txBox="1"/>
          <p:nvPr userDrawn="1"/>
        </p:nvSpPr>
        <p:spPr>
          <a:xfrm>
            <a:off x="539639" y="4596898"/>
            <a:ext cx="3671999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de-DE" dirty="0" err="1">
                <a:latin typeface="HTWBerlin Office" panose="02000000000000000000" pitchFamily="2" charset="0"/>
              </a:rPr>
              <a:t>www.htw-berlin.de</a:t>
            </a:r>
            <a:endParaRPr lang="de-DE" dirty="0">
              <a:latin typeface="HTWBerlin Office" panose="02000000000000000000" pitchFamily="2" charset="0"/>
            </a:endParaRPr>
          </a:p>
        </p:txBody>
      </p:sp>
      <p:sp>
        <p:nvSpPr>
          <p:cNvPr id="6" name="Bildplatzhalter 16">
            <a:extLst>
              <a:ext uri="{FF2B5EF4-FFF2-40B4-BE49-F238E27FC236}">
                <a16:creationId xmlns:a16="http://schemas.microsoft.com/office/drawing/2014/main" id="{D503D432-E88B-41C4-9764-32E59E6654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9639" y="2192781"/>
            <a:ext cx="1577219" cy="157721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>
                <a:lumMod val="9500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896BE43-AB87-43D5-A0F7-5FFB69CF51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5638" y="2781976"/>
            <a:ext cx="4212000" cy="135023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313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 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7E3CC8F7-623C-4CFC-B681-B8761208CB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2571749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Titel 11">
            <a:extLst>
              <a:ext uri="{FF2B5EF4-FFF2-40B4-BE49-F238E27FC236}">
                <a16:creationId xmlns:a16="http://schemas.microsoft.com/office/drawing/2014/main" id="{159431D9-2C6C-B547-8D8D-A88855E28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011286"/>
            <a:ext cx="8244250" cy="8766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EDCAAFE-4AB0-B143-ACEC-58F51EC295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4000" y="3985734"/>
            <a:ext cx="1440000" cy="84220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991474DA-6934-A74E-A221-0E605B32D19F}"/>
              </a:ext>
            </a:extLst>
          </p:cNvPr>
          <p:cNvSpPr txBox="1"/>
          <p:nvPr userDrawn="1"/>
        </p:nvSpPr>
        <p:spPr>
          <a:xfrm>
            <a:off x="539639" y="4596898"/>
            <a:ext cx="3671999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de-DE" dirty="0" err="1">
                <a:latin typeface="HTWBerlin Office" panose="02000000000000000000" pitchFamily="2" charset="0"/>
              </a:rPr>
              <a:t>www.htw-berlin.de</a:t>
            </a:r>
            <a:endParaRPr lang="de-DE" dirty="0">
              <a:latin typeface="HTWBerlin Office" panose="02000000000000000000" pitchFamily="2" charset="0"/>
            </a:endParaRPr>
          </a:p>
        </p:txBody>
      </p:sp>
      <p:sp>
        <p:nvSpPr>
          <p:cNvPr id="6" name="Bildplatzhalter 16">
            <a:extLst>
              <a:ext uri="{FF2B5EF4-FFF2-40B4-BE49-F238E27FC236}">
                <a16:creationId xmlns:a16="http://schemas.microsoft.com/office/drawing/2014/main" id="{D503D432-E88B-41C4-9764-32E59E6654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9639" y="2192781"/>
            <a:ext cx="1577219" cy="157721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>
                <a:lumMod val="9500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896BE43-AB87-43D5-A0F7-5FFB69CF51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5638" y="2781976"/>
            <a:ext cx="4212000" cy="135023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357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DCC1177-8E0E-E24A-8F3E-17ACB1214DE1}"/>
              </a:ext>
            </a:extLst>
          </p:cNvPr>
          <p:cNvSpPr/>
          <p:nvPr userDrawn="1"/>
        </p:nvSpPr>
        <p:spPr>
          <a:xfrm>
            <a:off x="-2" y="-1"/>
            <a:ext cx="9144001" cy="51954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latin typeface="HTWBerlin Office" panose="02000000000000000000" pitchFamily="2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EDCAAFE-4AB0-B143-ACEC-58F51EC295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41101" y="1374007"/>
            <a:ext cx="2661794" cy="1556788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991474DA-6934-A74E-A221-0E605B32D19F}"/>
              </a:ext>
            </a:extLst>
          </p:cNvPr>
          <p:cNvSpPr txBox="1"/>
          <p:nvPr userDrawn="1"/>
        </p:nvSpPr>
        <p:spPr>
          <a:xfrm>
            <a:off x="3751914" y="3691292"/>
            <a:ext cx="3671999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de-DE" dirty="0" err="1">
                <a:latin typeface="HTWBerlin Office" panose="02000000000000000000" pitchFamily="2" charset="0"/>
              </a:rPr>
              <a:t>www.htw-berlin.de</a:t>
            </a:r>
            <a:endParaRPr lang="de-DE" dirty="0">
              <a:latin typeface="HTWBerlin Office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264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9750" y="305147"/>
            <a:ext cx="7524750" cy="44362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000" y="998574"/>
            <a:ext cx="7524500" cy="34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3"/>
            <a:r>
              <a:rPr lang="de-DE" dirty="0"/>
              <a:t>Dritte Ebene</a:t>
            </a:r>
          </a:p>
          <a:p>
            <a:pPr lvl="4"/>
            <a:r>
              <a:rPr lang="de-DE" dirty="0"/>
              <a:t>Vierte Ebene</a:t>
            </a:r>
          </a:p>
          <a:p>
            <a:pPr lvl="5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50125" y="4687099"/>
            <a:ext cx="5484949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000" b="1">
                <a:solidFill>
                  <a:srgbClr val="787878"/>
                </a:solidFill>
                <a:latin typeface="HTWBerlin Office" panose="02000000000000000000" pitchFamily="2" charset="0"/>
              </a:defRPr>
            </a:lvl1pPr>
          </a:lstStyle>
          <a:p>
            <a:r>
              <a:rPr lang="de-DE" dirty="0" err="1"/>
              <a:t>Referent_in</a:t>
            </a:r>
            <a:r>
              <a:rPr lang="de-DE"/>
              <a:t> ergänzen bitte | Folientitel in Kurzform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9750" y="4687099"/>
            <a:ext cx="1728788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b="1">
                <a:solidFill>
                  <a:srgbClr val="787878"/>
                </a:solidFill>
                <a:latin typeface="HTWBerlin Office" panose="02000000000000000000" pitchFamily="2" charset="0"/>
              </a:defRPr>
            </a:lvl1pPr>
          </a:lstStyle>
          <a:p>
            <a:fld id="{45D25029-37DE-484F-BFE0-9B37AF2B26B8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AEA85BA-5B54-674A-882E-91B4CCB68B6A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4500" y="4587241"/>
            <a:ext cx="720000" cy="22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047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8" r:id="rId2"/>
    <p:sldLayoutId id="2147483681" r:id="rId3"/>
    <p:sldLayoutId id="2147483694" r:id="rId4"/>
    <p:sldLayoutId id="2147483680" r:id="rId5"/>
    <p:sldLayoutId id="2147483687" r:id="rId6"/>
    <p:sldLayoutId id="2147483662" r:id="rId7"/>
    <p:sldLayoutId id="2147483672" r:id="rId8"/>
    <p:sldLayoutId id="2147483697" r:id="rId9"/>
    <p:sldLayoutId id="2147483693" r:id="rId10"/>
    <p:sldLayoutId id="2147483692" r:id="rId11"/>
    <p:sldLayoutId id="2147483695" r:id="rId12"/>
    <p:sldLayoutId id="2147483688" r:id="rId13"/>
    <p:sldLayoutId id="2147483691" r:id="rId14"/>
    <p:sldLayoutId id="2147483683" r:id="rId15"/>
    <p:sldLayoutId id="2147483677" r:id="rId16"/>
    <p:sldLayoutId id="2147483689" r:id="rId17"/>
    <p:sldLayoutId id="2147483690" r:id="rId18"/>
    <p:sldLayoutId id="2147483679" r:id="rId19"/>
    <p:sldLayoutId id="2147483684" r:id="rId20"/>
    <p:sldLayoutId id="2147483685" r:id="rId21"/>
    <p:sldLayoutId id="2147483699" r:id="rId22"/>
    <p:sldLayoutId id="2147483698" r:id="rId23"/>
    <p:sldLayoutId id="2147483700" r:id="rId24"/>
    <p:sldLayoutId id="2147483686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ts val="3400"/>
        </a:lnSpc>
        <a:spcBef>
          <a:spcPct val="0"/>
        </a:spcBef>
        <a:buNone/>
        <a:defRPr sz="3200" b="1" kern="1200">
          <a:solidFill>
            <a:schemeClr val="tx1"/>
          </a:solidFill>
          <a:latin typeface="HTWBerlin Office" panose="02000000000000000000" pitchFamily="2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2500"/>
        </a:lnSpc>
        <a:spcBef>
          <a:spcPts val="0"/>
        </a:spcBef>
        <a:spcAft>
          <a:spcPts val="550"/>
        </a:spcAft>
        <a:buFont typeface="Arial" panose="020B0604020202020204" pitchFamily="34" charset="0"/>
        <a:buNone/>
        <a:defRPr sz="2000" kern="1200">
          <a:solidFill>
            <a:schemeClr val="tx1"/>
          </a:solidFill>
          <a:latin typeface="HTWBerlin Office" panose="02000000000000000000" pitchFamily="2" charset="0"/>
          <a:ea typeface="+mn-ea"/>
          <a:cs typeface="+mn-cs"/>
        </a:defRPr>
      </a:lvl1pPr>
      <a:lvl2pPr marL="179388" indent="-179388" algn="l" defTabSz="685800" rtl="0" eaLnBrk="1" latinLnBrk="0" hangingPunct="1">
        <a:lnSpc>
          <a:spcPts val="2500"/>
        </a:lnSpc>
        <a:spcBef>
          <a:spcPts val="0"/>
        </a:spcBef>
        <a:spcAft>
          <a:spcPts val="550"/>
        </a:spcAft>
        <a:buClr>
          <a:schemeClr val="accent1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HTWBerlin Office" panose="02000000000000000000" pitchFamily="2" charset="0"/>
          <a:ea typeface="+mn-ea"/>
          <a:cs typeface="+mn-cs"/>
        </a:defRPr>
      </a:lvl2pPr>
      <a:lvl3pPr marL="357188" indent="-177800" algn="l" defTabSz="685800" rtl="0" eaLnBrk="1" latinLnBrk="0" hangingPunct="1">
        <a:lnSpc>
          <a:spcPts val="2100"/>
        </a:lnSpc>
        <a:spcBef>
          <a:spcPts val="0"/>
        </a:spcBef>
        <a:spcAft>
          <a:spcPts val="550"/>
        </a:spcAft>
        <a:buClr>
          <a:schemeClr val="accent1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HTWBerlin Office" panose="02000000000000000000" pitchFamily="2" charset="0"/>
          <a:ea typeface="+mn-ea"/>
          <a:cs typeface="+mn-cs"/>
        </a:defRPr>
      </a:lvl3pPr>
      <a:lvl4pPr marL="357188" indent="-177800" algn="l" defTabSz="685800" rtl="0" eaLnBrk="1" latinLnBrk="0" hangingPunct="1">
        <a:lnSpc>
          <a:spcPts val="2100"/>
        </a:lnSpc>
        <a:spcBef>
          <a:spcPts val="0"/>
        </a:spcBef>
        <a:spcAft>
          <a:spcPts val="550"/>
        </a:spcAft>
        <a:buClr>
          <a:schemeClr val="accent1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HTWBerlin Office" panose="02000000000000000000" pitchFamily="2" charset="0"/>
          <a:ea typeface="+mn-ea"/>
          <a:cs typeface="+mn-cs"/>
        </a:defRPr>
      </a:lvl4pPr>
      <a:lvl5pPr marL="450850" indent="-179388" algn="l" defTabSz="685800" rtl="0" eaLnBrk="1" latinLnBrk="0" hangingPunct="1">
        <a:lnSpc>
          <a:spcPts val="1900"/>
        </a:lnSpc>
        <a:spcBef>
          <a:spcPts val="0"/>
        </a:spcBef>
        <a:spcAft>
          <a:spcPts val="550"/>
        </a:spcAft>
        <a:buClr>
          <a:schemeClr val="accent1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HTWBerlin Office" panose="02000000000000000000" pitchFamily="2" charset="0"/>
          <a:ea typeface="+mn-ea"/>
          <a:cs typeface="+mn-cs"/>
        </a:defRPr>
      </a:lvl5pPr>
      <a:lvl6pPr marL="628650" indent="-17780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5" userDrawn="1">
          <p15:clr>
            <a:srgbClr val="F26B43"/>
          </p15:clr>
        </p15:guide>
        <p15:guide id="2" pos="5080" userDrawn="1">
          <p15:clr>
            <a:srgbClr val="F26B43"/>
          </p15:clr>
        </p15:guide>
        <p15:guide id="3" pos="340" userDrawn="1">
          <p15:clr>
            <a:srgbClr val="F26B43"/>
          </p15:clr>
        </p15:guide>
        <p15:guide id="4" pos="3969" userDrawn="1">
          <p15:clr>
            <a:srgbClr val="F26B43"/>
          </p15:clr>
        </p15:guide>
        <p15:guide id="5" pos="3855" userDrawn="1">
          <p15:clr>
            <a:srgbClr val="F26B43"/>
          </p15:clr>
        </p15:guide>
        <p15:guide id="6" pos="1429" userDrawn="1">
          <p15:clr>
            <a:srgbClr val="F26B43"/>
          </p15:clr>
        </p15:guide>
        <p15:guide id="7" pos="1542" userDrawn="1">
          <p15:clr>
            <a:srgbClr val="F26B43"/>
          </p15:clr>
        </p15:guide>
        <p15:guide id="8" pos="5534" userDrawn="1">
          <p15:clr>
            <a:srgbClr val="F26B43"/>
          </p15:clr>
        </p15:guide>
        <p15:guide id="9" orient="horz" pos="667" userDrawn="1">
          <p15:clr>
            <a:srgbClr val="F26B43"/>
          </p15:clr>
        </p15:guide>
        <p15:guide id="10" orient="horz" pos="2777" userDrawn="1">
          <p15:clr>
            <a:srgbClr val="F26B43"/>
          </p15:clr>
        </p15:guide>
        <p15:guide id="11" orient="horz" pos="3026" userDrawn="1">
          <p15:clr>
            <a:srgbClr val="F26B43"/>
          </p15:clr>
        </p15:guide>
        <p15:guide id="12" pos="2653" userDrawn="1">
          <p15:clr>
            <a:srgbClr val="F26B43"/>
          </p15:clr>
        </p15:guide>
        <p15:guide id="13" pos="27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F559EF0-83B7-48C6-814C-1E71F7DC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451919"/>
            <a:ext cx="6490224" cy="436017"/>
          </a:xfrm>
        </p:spPr>
        <p:txBody>
          <a:bodyPr/>
          <a:lstStyle/>
          <a:p>
            <a:r>
              <a:rPr lang="en-GB" dirty="0"/>
              <a:t>Statistical Models</a:t>
            </a:r>
            <a:endParaRPr lang="sr-Latn-CS" dirty="0"/>
          </a:p>
        </p:txBody>
      </p:sp>
      <p:sp>
        <p:nvSpPr>
          <p:cNvPr id="2" name="Untertitel 1">
            <a:extLst>
              <a:ext uri="{FF2B5EF4-FFF2-40B4-BE49-F238E27FC236}">
                <a16:creationId xmlns:a16="http://schemas.microsoft.com/office/drawing/2014/main" id="{6AF38ECE-B0C5-4154-ABE1-4B6D67E8B0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AI Master</a:t>
            </a:r>
          </a:p>
        </p:txBody>
      </p:sp>
      <p:sp>
        <p:nvSpPr>
          <p:cNvPr id="44" name="Textplatzhalter 43">
            <a:extLst>
              <a:ext uri="{FF2B5EF4-FFF2-40B4-BE49-F238E27FC236}">
                <a16:creationId xmlns:a16="http://schemas.microsoft.com/office/drawing/2014/main" id="{F32583B9-77EC-4A7C-BB0D-E088D93C43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sz="1800" kern="1200" dirty="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rPr>
              <a:t>Ella Klamm &amp; Sarra Malek		16.12.2025</a:t>
            </a:r>
          </a:p>
          <a:p>
            <a:endParaRPr lang="de-DE" dirty="0"/>
          </a:p>
        </p:txBody>
      </p: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C0752CD6-2021-4B36-8B34-B7B41E16C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43463" y="0"/>
            <a:ext cx="3986212" cy="2571750"/>
            <a:chOff x="4843463" y="0"/>
            <a:chExt cx="3986212" cy="2571750"/>
          </a:xfrm>
        </p:grpSpPr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AB0642F1-E418-4EA8-A93E-D9C6C0333110}"/>
                </a:ext>
              </a:extLst>
            </p:cNvPr>
            <p:cNvGrpSpPr/>
            <p:nvPr/>
          </p:nvGrpSpPr>
          <p:grpSpPr>
            <a:xfrm>
              <a:off x="4993763" y="311494"/>
              <a:ext cx="3835912" cy="1953918"/>
              <a:chOff x="279400" y="766762"/>
              <a:chExt cx="7112000" cy="3622675"/>
            </a:xfrm>
            <a:solidFill>
              <a:schemeClr val="bg2"/>
            </a:solidFill>
          </p:grpSpPr>
          <p:grpSp>
            <p:nvGrpSpPr>
              <p:cNvPr id="5" name="Gruppieren 12">
                <a:extLst>
                  <a:ext uri="{FF2B5EF4-FFF2-40B4-BE49-F238E27FC236}">
                    <a16:creationId xmlns:a16="http://schemas.microsoft.com/office/drawing/2014/main" id="{9BF71243-AA7C-4BD2-BEA3-ECCB191454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6187" y="866774"/>
                <a:ext cx="917575" cy="777875"/>
                <a:chOff x="4667250" y="1722438"/>
                <a:chExt cx="917575" cy="777875"/>
              </a:xfrm>
              <a:grpFill/>
            </p:grpSpPr>
            <p:sp>
              <p:nvSpPr>
                <p:cNvPr id="38" name="Freeform 6">
                  <a:extLst>
                    <a:ext uri="{FF2B5EF4-FFF2-40B4-BE49-F238E27FC236}">
                      <a16:creationId xmlns:a16="http://schemas.microsoft.com/office/drawing/2014/main" id="{0BA03A10-63AC-4726-8EDB-295CEFA90F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4667250" y="1722438"/>
                  <a:ext cx="917575" cy="777875"/>
                </a:xfrm>
                <a:custGeom>
                  <a:avLst/>
                  <a:gdLst>
                    <a:gd name="T0" fmla="*/ 1021769995 w 411"/>
                    <a:gd name="T1" fmla="*/ 0 h 348"/>
                    <a:gd name="T2" fmla="*/ 2048525257 w 411"/>
                    <a:gd name="T3" fmla="*/ 714491599 h 348"/>
                    <a:gd name="T4" fmla="*/ 1659754757 w 411"/>
                    <a:gd name="T5" fmla="*/ 1324057249 h 348"/>
                    <a:gd name="T6" fmla="*/ 1261013723 w 411"/>
                    <a:gd name="T7" fmla="*/ 1738762976 h 348"/>
                    <a:gd name="T8" fmla="*/ 1181267302 w 411"/>
                    <a:gd name="T9" fmla="*/ 1738762976 h 348"/>
                    <a:gd name="T10" fmla="*/ 1181267302 w 411"/>
                    <a:gd name="T11" fmla="*/ 1413993458 h 348"/>
                    <a:gd name="T12" fmla="*/ 1021769995 w 411"/>
                    <a:gd name="T13" fmla="*/ 1423987363 h 348"/>
                    <a:gd name="T14" fmla="*/ 0 w 411"/>
                    <a:gd name="T15" fmla="*/ 714491599 h 348"/>
                    <a:gd name="T16" fmla="*/ 1021769995 w 411"/>
                    <a:gd name="T17" fmla="*/ 0 h 348"/>
                    <a:gd name="T18" fmla="*/ 1021769995 w 411"/>
                    <a:gd name="T19" fmla="*/ 149892936 h 348"/>
                    <a:gd name="T20" fmla="*/ 154512039 w 411"/>
                    <a:gd name="T21" fmla="*/ 714491599 h 348"/>
                    <a:gd name="T22" fmla="*/ 1021769995 w 411"/>
                    <a:gd name="T23" fmla="*/ 1274094427 h 348"/>
                    <a:gd name="T24" fmla="*/ 1335777108 w 411"/>
                    <a:gd name="T25" fmla="*/ 1244114946 h 348"/>
                    <a:gd name="T26" fmla="*/ 1335777108 w 411"/>
                    <a:gd name="T27" fmla="*/ 1568884464 h 348"/>
                    <a:gd name="T28" fmla="*/ 1505242718 w 411"/>
                    <a:gd name="T29" fmla="*/ 1204143794 h 348"/>
                    <a:gd name="T30" fmla="*/ 1889030183 w 411"/>
                    <a:gd name="T31" fmla="*/ 714491599 h 348"/>
                    <a:gd name="T32" fmla="*/ 1021769995 w 411"/>
                    <a:gd name="T33" fmla="*/ 149892936 h 34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11" h="348">
                      <a:moveTo>
                        <a:pt x="205" y="0"/>
                      </a:moveTo>
                      <a:cubicBezTo>
                        <a:pt x="318" y="0"/>
                        <a:pt x="411" y="50"/>
                        <a:pt x="411" y="143"/>
                      </a:cubicBezTo>
                      <a:cubicBezTo>
                        <a:pt x="411" y="204"/>
                        <a:pt x="388" y="245"/>
                        <a:pt x="333" y="265"/>
                      </a:cubicBezTo>
                      <a:cubicBezTo>
                        <a:pt x="327" y="308"/>
                        <a:pt x="303" y="348"/>
                        <a:pt x="253" y="348"/>
                      </a:cubicBezTo>
                      <a:cubicBezTo>
                        <a:pt x="237" y="348"/>
                        <a:pt x="237" y="348"/>
                        <a:pt x="237" y="348"/>
                      </a:cubicBezTo>
                      <a:cubicBezTo>
                        <a:pt x="237" y="283"/>
                        <a:pt x="237" y="283"/>
                        <a:pt x="237" y="283"/>
                      </a:cubicBezTo>
                      <a:cubicBezTo>
                        <a:pt x="226" y="284"/>
                        <a:pt x="214" y="285"/>
                        <a:pt x="205" y="285"/>
                      </a:cubicBezTo>
                      <a:cubicBezTo>
                        <a:pt x="98" y="285"/>
                        <a:pt x="0" y="236"/>
                        <a:pt x="0" y="143"/>
                      </a:cubicBezTo>
                      <a:cubicBezTo>
                        <a:pt x="0" y="50"/>
                        <a:pt x="94" y="0"/>
                        <a:pt x="205" y="0"/>
                      </a:cubicBezTo>
                      <a:moveTo>
                        <a:pt x="205" y="30"/>
                      </a:moveTo>
                      <a:cubicBezTo>
                        <a:pt x="97" y="30"/>
                        <a:pt x="31" y="79"/>
                        <a:pt x="31" y="143"/>
                      </a:cubicBezTo>
                      <a:cubicBezTo>
                        <a:pt x="31" y="207"/>
                        <a:pt x="101" y="255"/>
                        <a:pt x="205" y="255"/>
                      </a:cubicBezTo>
                      <a:cubicBezTo>
                        <a:pt x="221" y="255"/>
                        <a:pt x="268" y="249"/>
                        <a:pt x="268" y="249"/>
                      </a:cubicBezTo>
                      <a:cubicBezTo>
                        <a:pt x="268" y="314"/>
                        <a:pt x="268" y="314"/>
                        <a:pt x="268" y="314"/>
                      </a:cubicBezTo>
                      <a:cubicBezTo>
                        <a:pt x="297" y="303"/>
                        <a:pt x="302" y="266"/>
                        <a:pt x="302" y="241"/>
                      </a:cubicBezTo>
                      <a:cubicBezTo>
                        <a:pt x="358" y="225"/>
                        <a:pt x="379" y="203"/>
                        <a:pt x="379" y="143"/>
                      </a:cubicBezTo>
                      <a:cubicBezTo>
                        <a:pt x="379" y="79"/>
                        <a:pt x="314" y="30"/>
                        <a:pt x="205" y="3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sr-Latn-CS"/>
                </a:p>
              </p:txBody>
            </p:sp>
            <p:sp>
              <p:nvSpPr>
                <p:cNvPr id="39" name="Rectangle 7">
                  <a:extLst>
                    <a:ext uri="{FF2B5EF4-FFF2-40B4-BE49-F238E27FC236}">
                      <a16:creationId xmlns:a16="http://schemas.microsoft.com/office/drawing/2014/main" id="{3D299D93-A2D6-42C9-BF0A-CBCF459121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4948238" y="2074863"/>
                  <a:ext cx="71437" cy="7302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de-DE" altLang="de-DE"/>
                </a:p>
              </p:txBody>
            </p:sp>
            <p:sp>
              <p:nvSpPr>
                <p:cNvPr id="40" name="Rectangle 8">
                  <a:extLst>
                    <a:ext uri="{FF2B5EF4-FFF2-40B4-BE49-F238E27FC236}">
                      <a16:creationId xmlns:a16="http://schemas.microsoft.com/office/drawing/2014/main" id="{771ED14B-E0C8-4D06-A364-EDF82521CD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5089525" y="2074863"/>
                  <a:ext cx="71438" cy="7302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de-DE" altLang="de-DE"/>
                </a:p>
              </p:txBody>
            </p:sp>
            <p:sp>
              <p:nvSpPr>
                <p:cNvPr id="41" name="Rectangle 9">
                  <a:extLst>
                    <a:ext uri="{FF2B5EF4-FFF2-40B4-BE49-F238E27FC236}">
                      <a16:creationId xmlns:a16="http://schemas.microsoft.com/office/drawing/2014/main" id="{12B82C29-A092-4A31-A190-7739B0D750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5232400" y="2074863"/>
                  <a:ext cx="68263" cy="7302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de-DE" altLang="de-DE"/>
                </a:p>
              </p:txBody>
            </p:sp>
          </p:grpSp>
          <p:grpSp>
            <p:nvGrpSpPr>
              <p:cNvPr id="6" name="Gruppieren 17">
                <a:extLst>
                  <a:ext uri="{FF2B5EF4-FFF2-40B4-BE49-F238E27FC236}">
                    <a16:creationId xmlns:a16="http://schemas.microsoft.com/office/drawing/2014/main" id="{0A6D2FA4-86E6-478A-8B8A-28805541AA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29250" y="766762"/>
                <a:ext cx="555625" cy="866775"/>
                <a:chOff x="6310313" y="1622426"/>
                <a:chExt cx="555625" cy="866775"/>
              </a:xfrm>
              <a:grpFill/>
            </p:grpSpPr>
            <p:sp>
              <p:nvSpPr>
                <p:cNvPr id="34" name="Freeform 10">
                  <a:extLst>
                    <a:ext uri="{FF2B5EF4-FFF2-40B4-BE49-F238E27FC236}">
                      <a16:creationId xmlns:a16="http://schemas.microsoft.com/office/drawing/2014/main" id="{8F9D1EC8-8CEA-403E-8002-0789CB1BECB5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6435725" y="1622426"/>
                  <a:ext cx="214313" cy="211138"/>
                </a:xfrm>
                <a:custGeom>
                  <a:avLst/>
                  <a:gdLst>
                    <a:gd name="T0" fmla="*/ 239220189 w 96"/>
                    <a:gd name="T1" fmla="*/ 0 h 95"/>
                    <a:gd name="T2" fmla="*/ 478438146 w 96"/>
                    <a:gd name="T3" fmla="*/ 232158455 h 95"/>
                    <a:gd name="T4" fmla="*/ 239220189 w 96"/>
                    <a:gd name="T5" fmla="*/ 469255316 h 95"/>
                    <a:gd name="T6" fmla="*/ 0 w 96"/>
                    <a:gd name="T7" fmla="*/ 232158455 h 95"/>
                    <a:gd name="T8" fmla="*/ 239220189 w 96"/>
                    <a:gd name="T9" fmla="*/ 0 h 95"/>
                    <a:gd name="T10" fmla="*/ 239220189 w 96"/>
                    <a:gd name="T11" fmla="*/ 148185538 h 95"/>
                    <a:gd name="T12" fmla="*/ 149512339 w 96"/>
                    <a:gd name="T13" fmla="*/ 232158455 h 95"/>
                    <a:gd name="T14" fmla="*/ 239220189 w 96"/>
                    <a:gd name="T15" fmla="*/ 321069778 h 95"/>
                    <a:gd name="T16" fmla="*/ 328925806 w 96"/>
                    <a:gd name="T17" fmla="*/ 232158455 h 95"/>
                    <a:gd name="T18" fmla="*/ 239220189 w 96"/>
                    <a:gd name="T19" fmla="*/ 148185538 h 95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" h="95">
                      <a:moveTo>
                        <a:pt x="48" y="0"/>
                      </a:moveTo>
                      <a:cubicBezTo>
                        <a:pt x="75" y="0"/>
                        <a:pt x="96" y="21"/>
                        <a:pt x="96" y="47"/>
                      </a:cubicBezTo>
                      <a:cubicBezTo>
                        <a:pt x="96" y="74"/>
                        <a:pt x="75" y="95"/>
                        <a:pt x="48" y="95"/>
                      </a:cubicBezTo>
                      <a:cubicBezTo>
                        <a:pt x="22" y="95"/>
                        <a:pt x="0" y="74"/>
                        <a:pt x="0" y="47"/>
                      </a:cubicBezTo>
                      <a:cubicBezTo>
                        <a:pt x="0" y="21"/>
                        <a:pt x="22" y="0"/>
                        <a:pt x="48" y="0"/>
                      </a:cubicBezTo>
                      <a:moveTo>
                        <a:pt x="48" y="30"/>
                      </a:moveTo>
                      <a:cubicBezTo>
                        <a:pt x="38" y="30"/>
                        <a:pt x="30" y="38"/>
                        <a:pt x="30" y="47"/>
                      </a:cubicBezTo>
                      <a:cubicBezTo>
                        <a:pt x="30" y="57"/>
                        <a:pt x="38" y="65"/>
                        <a:pt x="48" y="65"/>
                      </a:cubicBezTo>
                      <a:cubicBezTo>
                        <a:pt x="58" y="65"/>
                        <a:pt x="66" y="57"/>
                        <a:pt x="66" y="47"/>
                      </a:cubicBezTo>
                      <a:cubicBezTo>
                        <a:pt x="66" y="38"/>
                        <a:pt x="58" y="30"/>
                        <a:pt x="48" y="3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sr-Latn-CS"/>
                </a:p>
              </p:txBody>
            </p:sp>
            <p:sp>
              <p:nvSpPr>
                <p:cNvPr id="35" name="Freeform 11">
                  <a:extLst>
                    <a:ext uri="{FF2B5EF4-FFF2-40B4-BE49-F238E27FC236}">
                      <a16:creationId xmlns:a16="http://schemas.microsoft.com/office/drawing/2014/main" id="{353939A6-2B77-4674-A418-CC92B6D504C1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6316663" y="2078038"/>
                  <a:ext cx="412750" cy="411163"/>
                </a:xfrm>
                <a:custGeom>
                  <a:avLst/>
                  <a:gdLst>
                    <a:gd name="T0" fmla="*/ 507727122 w 185"/>
                    <a:gd name="T1" fmla="*/ 0 h 184"/>
                    <a:gd name="T2" fmla="*/ 507727122 w 185"/>
                    <a:gd name="T3" fmla="*/ 164780276 h 184"/>
                    <a:gd name="T4" fmla="*/ 756613141 w 185"/>
                    <a:gd name="T5" fmla="*/ 459389738 h 184"/>
                    <a:gd name="T6" fmla="*/ 462929245 w 185"/>
                    <a:gd name="T7" fmla="*/ 758989021 h 184"/>
                    <a:gd name="T8" fmla="*/ 164265576 w 185"/>
                    <a:gd name="T9" fmla="*/ 459389738 h 184"/>
                    <a:gd name="T10" fmla="*/ 223998309 w 185"/>
                    <a:gd name="T11" fmla="*/ 279628828 h 184"/>
                    <a:gd name="T12" fmla="*/ 109510384 w 185"/>
                    <a:gd name="T13" fmla="*/ 164780276 h 184"/>
                    <a:gd name="T14" fmla="*/ 0 w 185"/>
                    <a:gd name="T15" fmla="*/ 459389738 h 184"/>
                    <a:gd name="T16" fmla="*/ 462929245 w 185"/>
                    <a:gd name="T17" fmla="*/ 918777242 h 184"/>
                    <a:gd name="T18" fmla="*/ 920878716 w 185"/>
                    <a:gd name="T19" fmla="*/ 459389738 h 184"/>
                    <a:gd name="T20" fmla="*/ 507727122 w 185"/>
                    <a:gd name="T21" fmla="*/ 0 h 18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85" h="184">
                      <a:moveTo>
                        <a:pt x="102" y="0"/>
                      </a:moveTo>
                      <a:cubicBezTo>
                        <a:pt x="102" y="33"/>
                        <a:pt x="102" y="33"/>
                        <a:pt x="102" y="33"/>
                      </a:cubicBezTo>
                      <a:cubicBezTo>
                        <a:pt x="130" y="37"/>
                        <a:pt x="152" y="62"/>
                        <a:pt x="152" y="92"/>
                      </a:cubicBezTo>
                      <a:cubicBezTo>
                        <a:pt x="152" y="125"/>
                        <a:pt x="126" y="152"/>
                        <a:pt x="93" y="152"/>
                      </a:cubicBezTo>
                      <a:cubicBezTo>
                        <a:pt x="60" y="152"/>
                        <a:pt x="33" y="125"/>
                        <a:pt x="33" y="92"/>
                      </a:cubicBezTo>
                      <a:cubicBezTo>
                        <a:pt x="33" y="78"/>
                        <a:pt x="37" y="66"/>
                        <a:pt x="45" y="56"/>
                      </a:cubicBezTo>
                      <a:cubicBezTo>
                        <a:pt x="22" y="33"/>
                        <a:pt x="22" y="33"/>
                        <a:pt x="22" y="33"/>
                      </a:cubicBezTo>
                      <a:cubicBezTo>
                        <a:pt x="8" y="49"/>
                        <a:pt x="0" y="69"/>
                        <a:pt x="0" y="92"/>
                      </a:cubicBezTo>
                      <a:cubicBezTo>
                        <a:pt x="0" y="143"/>
                        <a:pt x="42" y="184"/>
                        <a:pt x="93" y="184"/>
                      </a:cubicBezTo>
                      <a:cubicBezTo>
                        <a:pt x="144" y="184"/>
                        <a:pt x="185" y="143"/>
                        <a:pt x="185" y="92"/>
                      </a:cubicBezTo>
                      <a:cubicBezTo>
                        <a:pt x="185" y="44"/>
                        <a:pt x="148" y="5"/>
                        <a:pt x="102" y="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sr-Latn-CS"/>
                </a:p>
              </p:txBody>
            </p:sp>
            <p:sp>
              <p:nvSpPr>
                <p:cNvPr id="36" name="Freeform 12">
                  <a:extLst>
                    <a:ext uri="{FF2B5EF4-FFF2-40B4-BE49-F238E27FC236}">
                      <a16:creationId xmlns:a16="http://schemas.microsoft.com/office/drawing/2014/main" id="{B7D8828A-3C75-4371-89BE-874FD1ECD3D0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6310313" y="1866901"/>
                  <a:ext cx="306388" cy="336550"/>
                </a:xfrm>
                <a:custGeom>
                  <a:avLst/>
                  <a:gdLst>
                    <a:gd name="T0" fmla="*/ 615186849 w 137"/>
                    <a:gd name="T1" fmla="*/ 70475814 h 150"/>
                    <a:gd name="T2" fmla="*/ 445134799 w 137"/>
                    <a:gd name="T3" fmla="*/ 0 h 150"/>
                    <a:gd name="T4" fmla="*/ 260078684 w 137"/>
                    <a:gd name="T5" fmla="*/ 85577934 h 150"/>
                    <a:gd name="T6" fmla="*/ 30008133 w 137"/>
                    <a:gd name="T7" fmla="*/ 312109739 h 150"/>
                    <a:gd name="T8" fmla="*/ 30008133 w 137"/>
                    <a:gd name="T9" fmla="*/ 427894157 h 150"/>
                    <a:gd name="T10" fmla="*/ 355108165 w 137"/>
                    <a:gd name="T11" fmla="*/ 755106017 h 150"/>
                    <a:gd name="T12" fmla="*/ 470142322 w 137"/>
                    <a:gd name="T13" fmla="*/ 639323842 h 150"/>
                    <a:gd name="T14" fmla="*/ 205063028 w 137"/>
                    <a:gd name="T15" fmla="*/ 372518220 h 150"/>
                    <a:gd name="T16" fmla="*/ 380115688 w 137"/>
                    <a:gd name="T17" fmla="*/ 196327564 h 150"/>
                    <a:gd name="T18" fmla="*/ 380115688 w 137"/>
                    <a:gd name="T19" fmla="*/ 196327564 h 150"/>
                    <a:gd name="T20" fmla="*/ 445134799 w 137"/>
                    <a:gd name="T21" fmla="*/ 166123324 h 150"/>
                    <a:gd name="T22" fmla="*/ 500152691 w 137"/>
                    <a:gd name="T23" fmla="*/ 186260232 h 150"/>
                    <a:gd name="T24" fmla="*/ 525160214 w 137"/>
                    <a:gd name="T25" fmla="*/ 246668713 h 150"/>
                    <a:gd name="T26" fmla="*/ 525160214 w 137"/>
                    <a:gd name="T27" fmla="*/ 392655129 h 150"/>
                    <a:gd name="T28" fmla="*/ 685208807 w 137"/>
                    <a:gd name="T29" fmla="*/ 392655129 h 150"/>
                    <a:gd name="T30" fmla="*/ 685208807 w 137"/>
                    <a:gd name="T31" fmla="*/ 246668713 h 150"/>
                    <a:gd name="T32" fmla="*/ 615186849 w 137"/>
                    <a:gd name="T33" fmla="*/ 70475814 h 15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137" h="150">
                      <a:moveTo>
                        <a:pt x="123" y="14"/>
                      </a:moveTo>
                      <a:cubicBezTo>
                        <a:pt x="114" y="6"/>
                        <a:pt x="102" y="0"/>
                        <a:pt x="89" y="0"/>
                      </a:cubicBezTo>
                      <a:cubicBezTo>
                        <a:pt x="75" y="0"/>
                        <a:pt x="61" y="6"/>
                        <a:pt x="52" y="17"/>
                      </a:cubicBezTo>
                      <a:cubicBezTo>
                        <a:pt x="6" y="62"/>
                        <a:pt x="6" y="62"/>
                        <a:pt x="6" y="62"/>
                      </a:cubicBezTo>
                      <a:cubicBezTo>
                        <a:pt x="0" y="69"/>
                        <a:pt x="0" y="79"/>
                        <a:pt x="6" y="85"/>
                      </a:cubicBezTo>
                      <a:cubicBezTo>
                        <a:pt x="71" y="150"/>
                        <a:pt x="71" y="150"/>
                        <a:pt x="71" y="150"/>
                      </a:cubicBezTo>
                      <a:cubicBezTo>
                        <a:pt x="94" y="127"/>
                        <a:pt x="94" y="127"/>
                        <a:pt x="94" y="127"/>
                      </a:cubicBezTo>
                      <a:cubicBezTo>
                        <a:pt x="41" y="74"/>
                        <a:pt x="41" y="74"/>
                        <a:pt x="41" y="74"/>
                      </a:cubicBezTo>
                      <a:cubicBezTo>
                        <a:pt x="41" y="74"/>
                        <a:pt x="75" y="39"/>
                        <a:pt x="76" y="39"/>
                      </a:cubicBezTo>
                      <a:cubicBezTo>
                        <a:pt x="76" y="39"/>
                        <a:pt x="76" y="39"/>
                        <a:pt x="76" y="39"/>
                      </a:cubicBezTo>
                      <a:cubicBezTo>
                        <a:pt x="79" y="35"/>
                        <a:pt x="84" y="33"/>
                        <a:pt x="89" y="33"/>
                      </a:cubicBezTo>
                      <a:cubicBezTo>
                        <a:pt x="93" y="33"/>
                        <a:pt x="97" y="34"/>
                        <a:pt x="100" y="37"/>
                      </a:cubicBezTo>
                      <a:cubicBezTo>
                        <a:pt x="103" y="40"/>
                        <a:pt x="105" y="44"/>
                        <a:pt x="105" y="49"/>
                      </a:cubicBezTo>
                      <a:cubicBezTo>
                        <a:pt x="105" y="49"/>
                        <a:pt x="105" y="77"/>
                        <a:pt x="105" y="78"/>
                      </a:cubicBezTo>
                      <a:cubicBezTo>
                        <a:pt x="105" y="78"/>
                        <a:pt x="137" y="78"/>
                        <a:pt x="137" y="78"/>
                      </a:cubicBezTo>
                      <a:cubicBezTo>
                        <a:pt x="137" y="49"/>
                        <a:pt x="137" y="49"/>
                        <a:pt x="137" y="49"/>
                      </a:cubicBezTo>
                      <a:cubicBezTo>
                        <a:pt x="137" y="35"/>
                        <a:pt x="132" y="23"/>
                        <a:pt x="123" y="14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sr-Latn-CS"/>
                </a:p>
              </p:txBody>
            </p:sp>
            <p:sp>
              <p:nvSpPr>
                <p:cNvPr id="37" name="Freeform 13">
                  <a:extLst>
                    <a:ext uri="{FF2B5EF4-FFF2-40B4-BE49-F238E27FC236}">
                      <a16:creationId xmlns:a16="http://schemas.microsoft.com/office/drawing/2014/main" id="{6F0385AD-1279-4CE0-9F5C-8EA90F641953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6738938" y="2151063"/>
                  <a:ext cx="127000" cy="295275"/>
                </a:xfrm>
                <a:custGeom>
                  <a:avLst/>
                  <a:gdLst>
                    <a:gd name="T0" fmla="*/ 282964912 w 57"/>
                    <a:gd name="T1" fmla="*/ 630485944 h 132"/>
                    <a:gd name="T2" fmla="*/ 183679877 w 57"/>
                    <a:gd name="T3" fmla="*/ 65049977 h 132"/>
                    <a:gd name="T4" fmla="*/ 104249175 w 57"/>
                    <a:gd name="T5" fmla="*/ 0 h 132"/>
                    <a:gd name="T6" fmla="*/ 0 w 57"/>
                    <a:gd name="T7" fmla="*/ 0 h 132"/>
                    <a:gd name="T8" fmla="*/ 124107965 w 57"/>
                    <a:gd name="T9" fmla="*/ 660510043 h 132"/>
                    <a:gd name="T10" fmla="*/ 282964912 w 57"/>
                    <a:gd name="T11" fmla="*/ 630485944 h 13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7" h="132">
                      <a:moveTo>
                        <a:pt x="57" y="126"/>
                      </a:moveTo>
                      <a:cubicBezTo>
                        <a:pt x="37" y="13"/>
                        <a:pt x="37" y="13"/>
                        <a:pt x="37" y="13"/>
                      </a:cubicBezTo>
                      <a:cubicBezTo>
                        <a:pt x="35" y="6"/>
                        <a:pt x="29" y="0"/>
                        <a:pt x="2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5" y="132"/>
                        <a:pt x="25" y="132"/>
                        <a:pt x="25" y="132"/>
                      </a:cubicBezTo>
                      <a:lnTo>
                        <a:pt x="57" y="12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sr-Latn-CS"/>
                </a:p>
              </p:txBody>
            </p:sp>
          </p:grpSp>
          <p:sp>
            <p:nvSpPr>
              <p:cNvPr id="7" name="Freeform 14">
                <a:extLst>
                  <a:ext uri="{FF2B5EF4-FFF2-40B4-BE49-F238E27FC236}">
                    <a16:creationId xmlns:a16="http://schemas.microsoft.com/office/drawing/2014/main" id="{DE1D9CEC-B1B5-494D-963F-471A5A746412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2068512" y="877887"/>
                <a:ext cx="965200" cy="755650"/>
              </a:xfrm>
              <a:custGeom>
                <a:avLst/>
                <a:gdLst>
                  <a:gd name="T0" fmla="*/ 514111875 w 608"/>
                  <a:gd name="T1" fmla="*/ 811490313 h 476"/>
                  <a:gd name="T2" fmla="*/ 720764688 w 608"/>
                  <a:gd name="T3" fmla="*/ 1018143125 h 476"/>
                  <a:gd name="T4" fmla="*/ 1376005313 w 608"/>
                  <a:gd name="T5" fmla="*/ 362902500 h 476"/>
                  <a:gd name="T6" fmla="*/ 1169352500 w 608"/>
                  <a:gd name="T7" fmla="*/ 156249688 h 476"/>
                  <a:gd name="T8" fmla="*/ 514111875 w 608"/>
                  <a:gd name="T9" fmla="*/ 811490313 h 476"/>
                  <a:gd name="T10" fmla="*/ 642640638 w 608"/>
                  <a:gd name="T11" fmla="*/ 1088707500 h 476"/>
                  <a:gd name="T12" fmla="*/ 443547500 w 608"/>
                  <a:gd name="T13" fmla="*/ 889615950 h 476"/>
                  <a:gd name="T14" fmla="*/ 443547500 w 608"/>
                  <a:gd name="T15" fmla="*/ 1088707500 h 476"/>
                  <a:gd name="T16" fmla="*/ 642640638 w 608"/>
                  <a:gd name="T17" fmla="*/ 1088707500 h 476"/>
                  <a:gd name="T18" fmla="*/ 695563125 w 608"/>
                  <a:gd name="T19" fmla="*/ 1199594375 h 476"/>
                  <a:gd name="T20" fmla="*/ 332660625 w 608"/>
                  <a:gd name="T21" fmla="*/ 1199594375 h 476"/>
                  <a:gd name="T22" fmla="*/ 0 w 608"/>
                  <a:gd name="T23" fmla="*/ 1199594375 h 476"/>
                  <a:gd name="T24" fmla="*/ 0 w 608"/>
                  <a:gd name="T25" fmla="*/ 1088707500 h 476"/>
                  <a:gd name="T26" fmla="*/ 332660625 w 608"/>
                  <a:gd name="T27" fmla="*/ 1088707500 h 476"/>
                  <a:gd name="T28" fmla="*/ 332660625 w 608"/>
                  <a:gd name="T29" fmla="*/ 836691875 h 476"/>
                  <a:gd name="T30" fmla="*/ 1169352500 w 608"/>
                  <a:gd name="T31" fmla="*/ 0 h 476"/>
                  <a:gd name="T32" fmla="*/ 1532255000 w 608"/>
                  <a:gd name="T33" fmla="*/ 362902500 h 476"/>
                  <a:gd name="T34" fmla="*/ 695563125 w 608"/>
                  <a:gd name="T35" fmla="*/ 1199594375 h 47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608" h="476">
                    <a:moveTo>
                      <a:pt x="204" y="322"/>
                    </a:moveTo>
                    <a:lnTo>
                      <a:pt x="286" y="404"/>
                    </a:lnTo>
                    <a:lnTo>
                      <a:pt x="546" y="144"/>
                    </a:lnTo>
                    <a:lnTo>
                      <a:pt x="464" y="62"/>
                    </a:lnTo>
                    <a:lnTo>
                      <a:pt x="204" y="322"/>
                    </a:lnTo>
                    <a:close/>
                    <a:moveTo>
                      <a:pt x="255" y="432"/>
                    </a:moveTo>
                    <a:lnTo>
                      <a:pt x="176" y="353"/>
                    </a:lnTo>
                    <a:lnTo>
                      <a:pt x="176" y="432"/>
                    </a:lnTo>
                    <a:lnTo>
                      <a:pt x="255" y="432"/>
                    </a:lnTo>
                    <a:close/>
                    <a:moveTo>
                      <a:pt x="276" y="476"/>
                    </a:moveTo>
                    <a:lnTo>
                      <a:pt x="132" y="476"/>
                    </a:lnTo>
                    <a:lnTo>
                      <a:pt x="0" y="476"/>
                    </a:lnTo>
                    <a:lnTo>
                      <a:pt x="0" y="432"/>
                    </a:lnTo>
                    <a:lnTo>
                      <a:pt x="132" y="432"/>
                    </a:lnTo>
                    <a:lnTo>
                      <a:pt x="132" y="332"/>
                    </a:lnTo>
                    <a:lnTo>
                      <a:pt x="464" y="0"/>
                    </a:lnTo>
                    <a:lnTo>
                      <a:pt x="608" y="144"/>
                    </a:lnTo>
                    <a:lnTo>
                      <a:pt x="276" y="4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r-Latn-CS"/>
              </a:p>
            </p:txBody>
          </p:sp>
          <p:sp>
            <p:nvSpPr>
              <p:cNvPr id="8" name="Freeform 15">
                <a:extLst>
                  <a:ext uri="{FF2B5EF4-FFF2-40B4-BE49-F238E27FC236}">
                    <a16:creationId xmlns:a16="http://schemas.microsoft.com/office/drawing/2014/main" id="{16E6A64C-5474-409D-BCC9-FA5699EE636A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523875" y="830262"/>
                <a:ext cx="468312" cy="803275"/>
              </a:xfrm>
              <a:custGeom>
                <a:avLst/>
                <a:gdLst>
                  <a:gd name="T0" fmla="*/ 701216938 w 210"/>
                  <a:gd name="T1" fmla="*/ 1797355782 h 359"/>
                  <a:gd name="T2" fmla="*/ 343147813 w 210"/>
                  <a:gd name="T3" fmla="*/ 1797355782 h 359"/>
                  <a:gd name="T4" fmla="*/ 343147813 w 210"/>
                  <a:gd name="T5" fmla="*/ 1657171988 h 359"/>
                  <a:gd name="T6" fmla="*/ 701216938 w 210"/>
                  <a:gd name="T7" fmla="*/ 1657171988 h 359"/>
                  <a:gd name="T8" fmla="*/ 701216938 w 210"/>
                  <a:gd name="T9" fmla="*/ 1797355782 h 359"/>
                  <a:gd name="T10" fmla="*/ 785760634 w 210"/>
                  <a:gd name="T11" fmla="*/ 1562047670 h 359"/>
                  <a:gd name="T12" fmla="*/ 253631089 w 210"/>
                  <a:gd name="T13" fmla="*/ 1562047670 h 359"/>
                  <a:gd name="T14" fmla="*/ 253631089 w 210"/>
                  <a:gd name="T15" fmla="*/ 1416856273 h 359"/>
                  <a:gd name="T16" fmla="*/ 785760634 w 210"/>
                  <a:gd name="T17" fmla="*/ 1416856273 h 359"/>
                  <a:gd name="T18" fmla="*/ 785760634 w 210"/>
                  <a:gd name="T19" fmla="*/ 1562047670 h 359"/>
                  <a:gd name="T20" fmla="*/ 721109048 w 210"/>
                  <a:gd name="T21" fmla="*/ 1326739558 h 359"/>
                  <a:gd name="T22" fmla="*/ 248658062 w 210"/>
                  <a:gd name="T23" fmla="*/ 1326739558 h 359"/>
                  <a:gd name="T24" fmla="*/ 248658062 w 210"/>
                  <a:gd name="T25" fmla="*/ 1251641177 h 359"/>
                  <a:gd name="T26" fmla="*/ 223792924 w 210"/>
                  <a:gd name="T27" fmla="*/ 976278955 h 359"/>
                  <a:gd name="T28" fmla="*/ 154168310 w 210"/>
                  <a:gd name="T29" fmla="*/ 876149272 h 359"/>
                  <a:gd name="T30" fmla="*/ 0 w 210"/>
                  <a:gd name="T31" fmla="*/ 525688668 h 359"/>
                  <a:gd name="T32" fmla="*/ 522183490 w 210"/>
                  <a:gd name="T33" fmla="*/ 0 h 359"/>
                  <a:gd name="T34" fmla="*/ 1044364751 w 210"/>
                  <a:gd name="T35" fmla="*/ 525688668 h 359"/>
                  <a:gd name="T36" fmla="*/ 890196440 w 210"/>
                  <a:gd name="T37" fmla="*/ 876149272 h 359"/>
                  <a:gd name="T38" fmla="*/ 820571826 w 210"/>
                  <a:gd name="T39" fmla="*/ 976278955 h 359"/>
                  <a:gd name="T40" fmla="*/ 790733662 w 210"/>
                  <a:gd name="T41" fmla="*/ 1251641177 h 359"/>
                  <a:gd name="T42" fmla="*/ 790733662 w 210"/>
                  <a:gd name="T43" fmla="*/ 1326739558 h 359"/>
                  <a:gd name="T44" fmla="*/ 721109048 w 210"/>
                  <a:gd name="T45" fmla="*/ 1326739558 h 359"/>
                  <a:gd name="T46" fmla="*/ 392880317 w 210"/>
                  <a:gd name="T47" fmla="*/ 1181548161 h 359"/>
                  <a:gd name="T48" fmla="*/ 651484434 w 210"/>
                  <a:gd name="T49" fmla="*/ 1181548161 h 359"/>
                  <a:gd name="T50" fmla="*/ 686297856 w 210"/>
                  <a:gd name="T51" fmla="*/ 931219478 h 359"/>
                  <a:gd name="T52" fmla="*/ 775814579 w 210"/>
                  <a:gd name="T53" fmla="*/ 786030319 h 359"/>
                  <a:gd name="T54" fmla="*/ 900142495 w 210"/>
                  <a:gd name="T55" fmla="*/ 525688668 h 359"/>
                  <a:gd name="T56" fmla="*/ 522183490 w 210"/>
                  <a:gd name="T57" fmla="*/ 140183794 h 359"/>
                  <a:gd name="T58" fmla="*/ 139249228 w 210"/>
                  <a:gd name="T59" fmla="*/ 525688668 h 359"/>
                  <a:gd name="T60" fmla="*/ 263577144 w 210"/>
                  <a:gd name="T61" fmla="*/ 786030319 h 359"/>
                  <a:gd name="T62" fmla="*/ 358066895 w 210"/>
                  <a:gd name="T63" fmla="*/ 931219478 h 359"/>
                  <a:gd name="T64" fmla="*/ 392880317 w 210"/>
                  <a:gd name="T65" fmla="*/ 1181548161 h 35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210" h="359">
                    <a:moveTo>
                      <a:pt x="141" y="359"/>
                    </a:moveTo>
                    <a:cubicBezTo>
                      <a:pt x="69" y="359"/>
                      <a:pt x="69" y="359"/>
                      <a:pt x="69" y="359"/>
                    </a:cubicBezTo>
                    <a:cubicBezTo>
                      <a:pt x="69" y="331"/>
                      <a:pt x="69" y="331"/>
                      <a:pt x="69" y="331"/>
                    </a:cubicBezTo>
                    <a:cubicBezTo>
                      <a:pt x="141" y="331"/>
                      <a:pt x="141" y="331"/>
                      <a:pt x="141" y="331"/>
                    </a:cubicBezTo>
                    <a:lnTo>
                      <a:pt x="141" y="359"/>
                    </a:lnTo>
                    <a:close/>
                    <a:moveTo>
                      <a:pt x="158" y="312"/>
                    </a:moveTo>
                    <a:cubicBezTo>
                      <a:pt x="51" y="312"/>
                      <a:pt x="51" y="312"/>
                      <a:pt x="51" y="312"/>
                    </a:cubicBezTo>
                    <a:cubicBezTo>
                      <a:pt x="51" y="283"/>
                      <a:pt x="51" y="283"/>
                      <a:pt x="51" y="283"/>
                    </a:cubicBezTo>
                    <a:cubicBezTo>
                      <a:pt x="158" y="283"/>
                      <a:pt x="158" y="283"/>
                      <a:pt x="158" y="283"/>
                    </a:cubicBezTo>
                    <a:lnTo>
                      <a:pt x="158" y="312"/>
                    </a:lnTo>
                    <a:close/>
                    <a:moveTo>
                      <a:pt x="145" y="265"/>
                    </a:moveTo>
                    <a:cubicBezTo>
                      <a:pt x="50" y="265"/>
                      <a:pt x="50" y="265"/>
                      <a:pt x="50" y="265"/>
                    </a:cubicBezTo>
                    <a:cubicBezTo>
                      <a:pt x="50" y="250"/>
                      <a:pt x="50" y="250"/>
                      <a:pt x="50" y="250"/>
                    </a:cubicBezTo>
                    <a:cubicBezTo>
                      <a:pt x="50" y="240"/>
                      <a:pt x="49" y="209"/>
                      <a:pt x="45" y="195"/>
                    </a:cubicBezTo>
                    <a:cubicBezTo>
                      <a:pt x="43" y="190"/>
                      <a:pt x="37" y="182"/>
                      <a:pt x="31" y="175"/>
                    </a:cubicBezTo>
                    <a:cubicBezTo>
                      <a:pt x="18" y="158"/>
                      <a:pt x="0" y="136"/>
                      <a:pt x="0" y="105"/>
                    </a:cubicBezTo>
                    <a:cubicBezTo>
                      <a:pt x="0" y="47"/>
                      <a:pt x="47" y="0"/>
                      <a:pt x="105" y="0"/>
                    </a:cubicBezTo>
                    <a:cubicBezTo>
                      <a:pt x="163" y="0"/>
                      <a:pt x="210" y="47"/>
                      <a:pt x="210" y="105"/>
                    </a:cubicBezTo>
                    <a:cubicBezTo>
                      <a:pt x="210" y="136"/>
                      <a:pt x="192" y="158"/>
                      <a:pt x="179" y="175"/>
                    </a:cubicBezTo>
                    <a:cubicBezTo>
                      <a:pt x="172" y="182"/>
                      <a:pt x="167" y="190"/>
                      <a:pt x="165" y="195"/>
                    </a:cubicBezTo>
                    <a:cubicBezTo>
                      <a:pt x="161" y="209"/>
                      <a:pt x="159" y="240"/>
                      <a:pt x="159" y="250"/>
                    </a:cubicBezTo>
                    <a:cubicBezTo>
                      <a:pt x="159" y="265"/>
                      <a:pt x="159" y="265"/>
                      <a:pt x="159" y="265"/>
                    </a:cubicBezTo>
                    <a:lnTo>
                      <a:pt x="145" y="265"/>
                    </a:lnTo>
                    <a:close/>
                    <a:moveTo>
                      <a:pt x="79" y="236"/>
                    </a:moveTo>
                    <a:cubicBezTo>
                      <a:pt x="131" y="236"/>
                      <a:pt x="131" y="236"/>
                      <a:pt x="131" y="236"/>
                    </a:cubicBezTo>
                    <a:cubicBezTo>
                      <a:pt x="132" y="222"/>
                      <a:pt x="133" y="200"/>
                      <a:pt x="138" y="186"/>
                    </a:cubicBezTo>
                    <a:cubicBezTo>
                      <a:pt x="141" y="176"/>
                      <a:pt x="148" y="167"/>
                      <a:pt x="156" y="157"/>
                    </a:cubicBezTo>
                    <a:cubicBezTo>
                      <a:pt x="168" y="142"/>
                      <a:pt x="181" y="126"/>
                      <a:pt x="181" y="105"/>
                    </a:cubicBezTo>
                    <a:cubicBezTo>
                      <a:pt x="181" y="62"/>
                      <a:pt x="147" y="28"/>
                      <a:pt x="105" y="28"/>
                    </a:cubicBezTo>
                    <a:cubicBezTo>
                      <a:pt x="63" y="28"/>
                      <a:pt x="28" y="62"/>
                      <a:pt x="28" y="105"/>
                    </a:cubicBezTo>
                    <a:cubicBezTo>
                      <a:pt x="28" y="126"/>
                      <a:pt x="42" y="142"/>
                      <a:pt x="53" y="157"/>
                    </a:cubicBezTo>
                    <a:cubicBezTo>
                      <a:pt x="61" y="167"/>
                      <a:pt x="69" y="176"/>
                      <a:pt x="72" y="186"/>
                    </a:cubicBezTo>
                    <a:cubicBezTo>
                      <a:pt x="76" y="200"/>
                      <a:pt x="78" y="222"/>
                      <a:pt x="79" y="2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r-Latn-CS"/>
              </a:p>
            </p:txBody>
          </p:sp>
          <p:sp>
            <p:nvSpPr>
              <p:cNvPr id="9" name="Freeform 16">
                <a:extLst>
                  <a:ext uri="{FF2B5EF4-FFF2-40B4-BE49-F238E27FC236}">
                    <a16:creationId xmlns:a16="http://schemas.microsoft.com/office/drawing/2014/main" id="{1FA55050-533A-406E-9625-59B6CBE0E10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6692900" y="927099"/>
                <a:ext cx="698500" cy="701675"/>
              </a:xfrm>
              <a:custGeom>
                <a:avLst/>
                <a:gdLst>
                  <a:gd name="T0" fmla="*/ 995462513 w 440"/>
                  <a:gd name="T1" fmla="*/ 723285638 h 442"/>
                  <a:gd name="T2" fmla="*/ 1108868750 w 440"/>
                  <a:gd name="T3" fmla="*/ 723285638 h 442"/>
                  <a:gd name="T4" fmla="*/ 1108868750 w 440"/>
                  <a:gd name="T5" fmla="*/ 834172513 h 442"/>
                  <a:gd name="T6" fmla="*/ 995462513 w 440"/>
                  <a:gd name="T7" fmla="*/ 834172513 h 442"/>
                  <a:gd name="T8" fmla="*/ 995462513 w 440"/>
                  <a:gd name="T9" fmla="*/ 1000502825 h 442"/>
                  <a:gd name="T10" fmla="*/ 829132200 w 440"/>
                  <a:gd name="T11" fmla="*/ 1000502825 h 442"/>
                  <a:gd name="T12" fmla="*/ 829132200 w 440"/>
                  <a:gd name="T13" fmla="*/ 1113909063 h 442"/>
                  <a:gd name="T14" fmla="*/ 720764688 w 440"/>
                  <a:gd name="T15" fmla="*/ 1113909063 h 442"/>
                  <a:gd name="T16" fmla="*/ 720764688 w 440"/>
                  <a:gd name="T17" fmla="*/ 1000502825 h 442"/>
                  <a:gd name="T18" fmla="*/ 609877813 w 440"/>
                  <a:gd name="T19" fmla="*/ 1000502825 h 442"/>
                  <a:gd name="T20" fmla="*/ 609877813 w 440"/>
                  <a:gd name="T21" fmla="*/ 1113909063 h 442"/>
                  <a:gd name="T22" fmla="*/ 496471575 w 440"/>
                  <a:gd name="T23" fmla="*/ 1113909063 h 442"/>
                  <a:gd name="T24" fmla="*/ 496471575 w 440"/>
                  <a:gd name="T25" fmla="*/ 1000502825 h 442"/>
                  <a:gd name="T26" fmla="*/ 388104063 w 440"/>
                  <a:gd name="T27" fmla="*/ 1000502825 h 442"/>
                  <a:gd name="T28" fmla="*/ 388104063 w 440"/>
                  <a:gd name="T29" fmla="*/ 1113909063 h 442"/>
                  <a:gd name="T30" fmla="*/ 277217188 w 440"/>
                  <a:gd name="T31" fmla="*/ 1113909063 h 442"/>
                  <a:gd name="T32" fmla="*/ 277217188 w 440"/>
                  <a:gd name="T33" fmla="*/ 1000502825 h 442"/>
                  <a:gd name="T34" fmla="*/ 110886875 w 440"/>
                  <a:gd name="T35" fmla="*/ 1000502825 h 442"/>
                  <a:gd name="T36" fmla="*/ 110886875 w 440"/>
                  <a:gd name="T37" fmla="*/ 834172513 h 442"/>
                  <a:gd name="T38" fmla="*/ 0 w 440"/>
                  <a:gd name="T39" fmla="*/ 834172513 h 442"/>
                  <a:gd name="T40" fmla="*/ 0 w 440"/>
                  <a:gd name="T41" fmla="*/ 723285638 h 442"/>
                  <a:gd name="T42" fmla="*/ 110886875 w 440"/>
                  <a:gd name="T43" fmla="*/ 723285638 h 442"/>
                  <a:gd name="T44" fmla="*/ 110886875 w 440"/>
                  <a:gd name="T45" fmla="*/ 614918125 h 442"/>
                  <a:gd name="T46" fmla="*/ 0 w 440"/>
                  <a:gd name="T47" fmla="*/ 614918125 h 442"/>
                  <a:gd name="T48" fmla="*/ 0 w 440"/>
                  <a:gd name="T49" fmla="*/ 501511888 h 442"/>
                  <a:gd name="T50" fmla="*/ 110886875 w 440"/>
                  <a:gd name="T51" fmla="*/ 501511888 h 442"/>
                  <a:gd name="T52" fmla="*/ 110886875 w 440"/>
                  <a:gd name="T53" fmla="*/ 390625013 h 442"/>
                  <a:gd name="T54" fmla="*/ 0 w 440"/>
                  <a:gd name="T55" fmla="*/ 390625013 h 442"/>
                  <a:gd name="T56" fmla="*/ 0 w 440"/>
                  <a:gd name="T57" fmla="*/ 279738138 h 442"/>
                  <a:gd name="T58" fmla="*/ 110886875 w 440"/>
                  <a:gd name="T59" fmla="*/ 279738138 h 442"/>
                  <a:gd name="T60" fmla="*/ 277217188 w 440"/>
                  <a:gd name="T61" fmla="*/ 113407825 h 442"/>
                  <a:gd name="T62" fmla="*/ 277217188 w 440"/>
                  <a:gd name="T63" fmla="*/ 0 h 442"/>
                  <a:gd name="T64" fmla="*/ 388104063 w 440"/>
                  <a:gd name="T65" fmla="*/ 0 h 442"/>
                  <a:gd name="T66" fmla="*/ 388104063 w 440"/>
                  <a:gd name="T67" fmla="*/ 113407825 h 442"/>
                  <a:gd name="T68" fmla="*/ 496471575 w 440"/>
                  <a:gd name="T69" fmla="*/ 113407825 h 442"/>
                  <a:gd name="T70" fmla="*/ 496471575 w 440"/>
                  <a:gd name="T71" fmla="*/ 0 h 442"/>
                  <a:gd name="T72" fmla="*/ 609877813 w 440"/>
                  <a:gd name="T73" fmla="*/ 0 h 442"/>
                  <a:gd name="T74" fmla="*/ 609877813 w 440"/>
                  <a:gd name="T75" fmla="*/ 113407825 h 442"/>
                  <a:gd name="T76" fmla="*/ 720764688 w 440"/>
                  <a:gd name="T77" fmla="*/ 113407825 h 442"/>
                  <a:gd name="T78" fmla="*/ 720764688 w 440"/>
                  <a:gd name="T79" fmla="*/ 0 h 442"/>
                  <a:gd name="T80" fmla="*/ 829132200 w 440"/>
                  <a:gd name="T81" fmla="*/ 0 h 442"/>
                  <a:gd name="T82" fmla="*/ 829132200 w 440"/>
                  <a:gd name="T83" fmla="*/ 113407825 h 442"/>
                  <a:gd name="T84" fmla="*/ 995462513 w 440"/>
                  <a:gd name="T85" fmla="*/ 113407825 h 442"/>
                  <a:gd name="T86" fmla="*/ 995462513 w 440"/>
                  <a:gd name="T87" fmla="*/ 279738138 h 442"/>
                  <a:gd name="T88" fmla="*/ 1108868750 w 440"/>
                  <a:gd name="T89" fmla="*/ 279738138 h 442"/>
                  <a:gd name="T90" fmla="*/ 1108868750 w 440"/>
                  <a:gd name="T91" fmla="*/ 390625013 h 442"/>
                  <a:gd name="T92" fmla="*/ 995462513 w 440"/>
                  <a:gd name="T93" fmla="*/ 390625013 h 442"/>
                  <a:gd name="T94" fmla="*/ 995462513 w 440"/>
                  <a:gd name="T95" fmla="*/ 501511888 h 442"/>
                  <a:gd name="T96" fmla="*/ 1108868750 w 440"/>
                  <a:gd name="T97" fmla="*/ 501511888 h 442"/>
                  <a:gd name="T98" fmla="*/ 1108868750 w 440"/>
                  <a:gd name="T99" fmla="*/ 614918125 h 442"/>
                  <a:gd name="T100" fmla="*/ 995462513 w 440"/>
                  <a:gd name="T101" fmla="*/ 614918125 h 442"/>
                  <a:gd name="T102" fmla="*/ 995462513 w 440"/>
                  <a:gd name="T103" fmla="*/ 723285638 h 442"/>
                  <a:gd name="T104" fmla="*/ 887095000 w 440"/>
                  <a:gd name="T105" fmla="*/ 224294700 h 442"/>
                  <a:gd name="T106" fmla="*/ 332660625 w 440"/>
                  <a:gd name="T107" fmla="*/ 224294700 h 442"/>
                  <a:gd name="T108" fmla="*/ 219254388 w 440"/>
                  <a:gd name="T109" fmla="*/ 332660625 h 442"/>
                  <a:gd name="T110" fmla="*/ 219254388 w 440"/>
                  <a:gd name="T111" fmla="*/ 889615950 h 442"/>
                  <a:gd name="T112" fmla="*/ 887095000 w 440"/>
                  <a:gd name="T113" fmla="*/ 889615950 h 442"/>
                  <a:gd name="T114" fmla="*/ 887095000 w 440"/>
                  <a:gd name="T115" fmla="*/ 224294700 h 442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440" h="442">
                    <a:moveTo>
                      <a:pt x="395" y="287"/>
                    </a:moveTo>
                    <a:lnTo>
                      <a:pt x="440" y="287"/>
                    </a:lnTo>
                    <a:lnTo>
                      <a:pt x="440" y="331"/>
                    </a:lnTo>
                    <a:lnTo>
                      <a:pt x="395" y="331"/>
                    </a:lnTo>
                    <a:lnTo>
                      <a:pt x="395" y="397"/>
                    </a:lnTo>
                    <a:lnTo>
                      <a:pt x="329" y="397"/>
                    </a:lnTo>
                    <a:lnTo>
                      <a:pt x="329" y="442"/>
                    </a:lnTo>
                    <a:lnTo>
                      <a:pt x="286" y="442"/>
                    </a:lnTo>
                    <a:lnTo>
                      <a:pt x="286" y="397"/>
                    </a:lnTo>
                    <a:lnTo>
                      <a:pt x="242" y="397"/>
                    </a:lnTo>
                    <a:lnTo>
                      <a:pt x="242" y="442"/>
                    </a:lnTo>
                    <a:lnTo>
                      <a:pt x="197" y="442"/>
                    </a:lnTo>
                    <a:lnTo>
                      <a:pt x="197" y="397"/>
                    </a:lnTo>
                    <a:lnTo>
                      <a:pt x="154" y="397"/>
                    </a:lnTo>
                    <a:lnTo>
                      <a:pt x="154" y="442"/>
                    </a:lnTo>
                    <a:lnTo>
                      <a:pt x="110" y="442"/>
                    </a:lnTo>
                    <a:lnTo>
                      <a:pt x="110" y="397"/>
                    </a:lnTo>
                    <a:lnTo>
                      <a:pt x="44" y="397"/>
                    </a:lnTo>
                    <a:lnTo>
                      <a:pt x="44" y="331"/>
                    </a:lnTo>
                    <a:lnTo>
                      <a:pt x="0" y="331"/>
                    </a:lnTo>
                    <a:lnTo>
                      <a:pt x="0" y="287"/>
                    </a:lnTo>
                    <a:lnTo>
                      <a:pt x="44" y="287"/>
                    </a:lnTo>
                    <a:lnTo>
                      <a:pt x="44" y="244"/>
                    </a:lnTo>
                    <a:lnTo>
                      <a:pt x="0" y="244"/>
                    </a:lnTo>
                    <a:lnTo>
                      <a:pt x="0" y="199"/>
                    </a:lnTo>
                    <a:lnTo>
                      <a:pt x="44" y="199"/>
                    </a:lnTo>
                    <a:lnTo>
                      <a:pt x="44" y="155"/>
                    </a:lnTo>
                    <a:lnTo>
                      <a:pt x="0" y="155"/>
                    </a:lnTo>
                    <a:lnTo>
                      <a:pt x="0" y="111"/>
                    </a:lnTo>
                    <a:lnTo>
                      <a:pt x="44" y="111"/>
                    </a:lnTo>
                    <a:lnTo>
                      <a:pt x="110" y="45"/>
                    </a:lnTo>
                    <a:lnTo>
                      <a:pt x="110" y="0"/>
                    </a:lnTo>
                    <a:lnTo>
                      <a:pt x="154" y="0"/>
                    </a:lnTo>
                    <a:lnTo>
                      <a:pt x="154" y="45"/>
                    </a:lnTo>
                    <a:lnTo>
                      <a:pt x="197" y="45"/>
                    </a:lnTo>
                    <a:lnTo>
                      <a:pt x="197" y="0"/>
                    </a:lnTo>
                    <a:lnTo>
                      <a:pt x="242" y="0"/>
                    </a:lnTo>
                    <a:lnTo>
                      <a:pt x="242" y="45"/>
                    </a:lnTo>
                    <a:lnTo>
                      <a:pt x="286" y="45"/>
                    </a:lnTo>
                    <a:lnTo>
                      <a:pt x="286" y="0"/>
                    </a:lnTo>
                    <a:lnTo>
                      <a:pt x="329" y="0"/>
                    </a:lnTo>
                    <a:lnTo>
                      <a:pt x="329" y="45"/>
                    </a:lnTo>
                    <a:lnTo>
                      <a:pt x="395" y="45"/>
                    </a:lnTo>
                    <a:lnTo>
                      <a:pt x="395" y="111"/>
                    </a:lnTo>
                    <a:lnTo>
                      <a:pt x="440" y="111"/>
                    </a:lnTo>
                    <a:lnTo>
                      <a:pt x="440" y="155"/>
                    </a:lnTo>
                    <a:lnTo>
                      <a:pt x="395" y="155"/>
                    </a:lnTo>
                    <a:lnTo>
                      <a:pt x="395" y="199"/>
                    </a:lnTo>
                    <a:lnTo>
                      <a:pt x="440" y="199"/>
                    </a:lnTo>
                    <a:lnTo>
                      <a:pt x="440" y="244"/>
                    </a:lnTo>
                    <a:lnTo>
                      <a:pt x="395" y="244"/>
                    </a:lnTo>
                    <a:lnTo>
                      <a:pt x="395" y="287"/>
                    </a:lnTo>
                    <a:close/>
                    <a:moveTo>
                      <a:pt x="352" y="89"/>
                    </a:moveTo>
                    <a:lnTo>
                      <a:pt x="132" y="89"/>
                    </a:lnTo>
                    <a:lnTo>
                      <a:pt x="87" y="132"/>
                    </a:lnTo>
                    <a:lnTo>
                      <a:pt x="87" y="353"/>
                    </a:lnTo>
                    <a:lnTo>
                      <a:pt x="352" y="353"/>
                    </a:lnTo>
                    <a:lnTo>
                      <a:pt x="352" y="8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r-Latn-CS"/>
              </a:p>
            </p:txBody>
          </p:sp>
          <p:grpSp>
            <p:nvGrpSpPr>
              <p:cNvPr id="10" name="Gruppieren 25">
                <a:extLst>
                  <a:ext uri="{FF2B5EF4-FFF2-40B4-BE49-F238E27FC236}">
                    <a16:creationId xmlns:a16="http://schemas.microsoft.com/office/drawing/2014/main" id="{590646C2-1A69-4664-93E4-CD22AAAC1E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1062" y="3605212"/>
                <a:ext cx="800100" cy="777875"/>
                <a:chOff x="3032125" y="4460876"/>
                <a:chExt cx="800100" cy="777875"/>
              </a:xfrm>
              <a:grpFill/>
            </p:grpSpPr>
            <p:sp>
              <p:nvSpPr>
                <p:cNvPr id="32" name="Freeform 17">
                  <a:extLst>
                    <a:ext uri="{FF2B5EF4-FFF2-40B4-BE49-F238E27FC236}">
                      <a16:creationId xmlns:a16="http://schemas.microsoft.com/office/drawing/2014/main" id="{71FB06FE-57F4-43F8-8915-16F6A41A9298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3294063" y="4713288"/>
                  <a:ext cx="279400" cy="279400"/>
                </a:xfrm>
                <a:custGeom>
                  <a:avLst/>
                  <a:gdLst>
                    <a:gd name="T0" fmla="*/ 309758486 w 125"/>
                    <a:gd name="T1" fmla="*/ 0 h 125"/>
                    <a:gd name="T2" fmla="*/ 624514880 w 125"/>
                    <a:gd name="T3" fmla="*/ 309758486 h 125"/>
                    <a:gd name="T4" fmla="*/ 309758486 w 125"/>
                    <a:gd name="T5" fmla="*/ 624514880 h 125"/>
                    <a:gd name="T6" fmla="*/ 0 w 125"/>
                    <a:gd name="T7" fmla="*/ 309758486 h 125"/>
                    <a:gd name="T8" fmla="*/ 309758486 w 125"/>
                    <a:gd name="T9" fmla="*/ 0 h 125"/>
                    <a:gd name="T10" fmla="*/ 309758486 w 125"/>
                    <a:gd name="T11" fmla="*/ 149883571 h 125"/>
                    <a:gd name="T12" fmla="*/ 149883571 w 125"/>
                    <a:gd name="T13" fmla="*/ 309758486 h 125"/>
                    <a:gd name="T14" fmla="*/ 309758486 w 125"/>
                    <a:gd name="T15" fmla="*/ 474631309 h 125"/>
                    <a:gd name="T16" fmla="*/ 474631309 w 125"/>
                    <a:gd name="T17" fmla="*/ 309758486 h 125"/>
                    <a:gd name="T18" fmla="*/ 309758486 w 125"/>
                    <a:gd name="T19" fmla="*/ 149883571 h 125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25" h="125">
                      <a:moveTo>
                        <a:pt x="62" y="0"/>
                      </a:moveTo>
                      <a:cubicBezTo>
                        <a:pt x="97" y="0"/>
                        <a:pt x="125" y="28"/>
                        <a:pt x="125" y="62"/>
                      </a:cubicBezTo>
                      <a:cubicBezTo>
                        <a:pt x="125" y="97"/>
                        <a:pt x="97" y="125"/>
                        <a:pt x="62" y="125"/>
                      </a:cubicBezTo>
                      <a:cubicBezTo>
                        <a:pt x="28" y="125"/>
                        <a:pt x="0" y="97"/>
                        <a:pt x="0" y="62"/>
                      </a:cubicBezTo>
                      <a:cubicBezTo>
                        <a:pt x="0" y="28"/>
                        <a:pt x="28" y="0"/>
                        <a:pt x="62" y="0"/>
                      </a:cubicBezTo>
                      <a:moveTo>
                        <a:pt x="62" y="30"/>
                      </a:moveTo>
                      <a:cubicBezTo>
                        <a:pt x="44" y="30"/>
                        <a:pt x="30" y="44"/>
                        <a:pt x="30" y="62"/>
                      </a:cubicBezTo>
                      <a:cubicBezTo>
                        <a:pt x="30" y="80"/>
                        <a:pt x="44" y="95"/>
                        <a:pt x="62" y="95"/>
                      </a:cubicBezTo>
                      <a:cubicBezTo>
                        <a:pt x="80" y="95"/>
                        <a:pt x="95" y="80"/>
                        <a:pt x="95" y="62"/>
                      </a:cubicBezTo>
                      <a:cubicBezTo>
                        <a:pt x="95" y="44"/>
                        <a:pt x="80" y="30"/>
                        <a:pt x="62" y="3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sr-Latn-CS"/>
                </a:p>
              </p:txBody>
            </p:sp>
            <p:sp>
              <p:nvSpPr>
                <p:cNvPr id="33" name="Freeform 18">
                  <a:extLst>
                    <a:ext uri="{FF2B5EF4-FFF2-40B4-BE49-F238E27FC236}">
                      <a16:creationId xmlns:a16="http://schemas.microsoft.com/office/drawing/2014/main" id="{C8D0C3CF-2A66-48F8-A8E9-E74CBA5AB990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3032125" y="4460876"/>
                  <a:ext cx="800100" cy="777875"/>
                </a:xfrm>
                <a:custGeom>
                  <a:avLst/>
                  <a:gdLst>
                    <a:gd name="T0" fmla="*/ 74923331 w 358"/>
                    <a:gd name="T1" fmla="*/ 1234121040 h 348"/>
                    <a:gd name="T2" fmla="*/ 0 w 358"/>
                    <a:gd name="T3" fmla="*/ 909353757 h 348"/>
                    <a:gd name="T4" fmla="*/ 244747908 w 358"/>
                    <a:gd name="T5" fmla="*/ 779446397 h 348"/>
                    <a:gd name="T6" fmla="*/ 264728059 w 358"/>
                    <a:gd name="T7" fmla="*/ 679516283 h 348"/>
                    <a:gd name="T8" fmla="*/ 104891322 w 358"/>
                    <a:gd name="T9" fmla="*/ 459672714 h 348"/>
                    <a:gd name="T10" fmla="*/ 314676201 w 358"/>
                    <a:gd name="T11" fmla="*/ 199857993 h 348"/>
                    <a:gd name="T12" fmla="*/ 564419147 w 358"/>
                    <a:gd name="T13" fmla="*/ 304783943 h 348"/>
                    <a:gd name="T14" fmla="*/ 654325356 w 358"/>
                    <a:gd name="T15" fmla="*/ 259814721 h 348"/>
                    <a:gd name="T16" fmla="*/ 729248687 w 358"/>
                    <a:gd name="T17" fmla="*/ 0 h 348"/>
                    <a:gd name="T18" fmla="*/ 1063902804 w 358"/>
                    <a:gd name="T19" fmla="*/ 0 h 348"/>
                    <a:gd name="T20" fmla="*/ 1133831097 w 358"/>
                    <a:gd name="T21" fmla="*/ 259814721 h 348"/>
                    <a:gd name="T22" fmla="*/ 1223737306 w 358"/>
                    <a:gd name="T23" fmla="*/ 304783943 h 348"/>
                    <a:gd name="T24" fmla="*/ 1478475289 w 358"/>
                    <a:gd name="T25" fmla="*/ 199857993 h 348"/>
                    <a:gd name="T26" fmla="*/ 1683265130 w 358"/>
                    <a:gd name="T27" fmla="*/ 459672714 h 348"/>
                    <a:gd name="T28" fmla="*/ 1528423431 w 358"/>
                    <a:gd name="T29" fmla="*/ 679516283 h 348"/>
                    <a:gd name="T30" fmla="*/ 1548403582 w 358"/>
                    <a:gd name="T31" fmla="*/ 779446397 h 348"/>
                    <a:gd name="T32" fmla="*/ 1788156453 w 358"/>
                    <a:gd name="T33" fmla="*/ 909353757 h 348"/>
                    <a:gd name="T34" fmla="*/ 1713233122 w 358"/>
                    <a:gd name="T35" fmla="*/ 1234121040 h 348"/>
                    <a:gd name="T36" fmla="*/ 1443512260 w 358"/>
                    <a:gd name="T37" fmla="*/ 1244114946 h 348"/>
                    <a:gd name="T38" fmla="*/ 1378579005 w 358"/>
                    <a:gd name="T39" fmla="*/ 1329055319 h 348"/>
                    <a:gd name="T40" fmla="*/ 1423532109 w 358"/>
                    <a:gd name="T41" fmla="*/ 1593865875 h 348"/>
                    <a:gd name="T42" fmla="*/ 1123841021 w 358"/>
                    <a:gd name="T43" fmla="*/ 1738762976 h 348"/>
                    <a:gd name="T44" fmla="*/ 949021406 w 358"/>
                    <a:gd name="T45" fmla="*/ 1533909148 h 348"/>
                    <a:gd name="T46" fmla="*/ 894078226 w 358"/>
                    <a:gd name="T47" fmla="*/ 1538904983 h 348"/>
                    <a:gd name="T48" fmla="*/ 844130084 w 358"/>
                    <a:gd name="T49" fmla="*/ 1533909148 h 348"/>
                    <a:gd name="T50" fmla="*/ 664315431 w 358"/>
                    <a:gd name="T51" fmla="*/ 1738762976 h 348"/>
                    <a:gd name="T52" fmla="*/ 364624343 w 358"/>
                    <a:gd name="T53" fmla="*/ 1593865875 h 348"/>
                    <a:gd name="T54" fmla="*/ 409577448 w 358"/>
                    <a:gd name="T55" fmla="*/ 1329055319 h 348"/>
                    <a:gd name="T56" fmla="*/ 349639230 w 358"/>
                    <a:gd name="T57" fmla="*/ 1249110781 h 348"/>
                    <a:gd name="T58" fmla="*/ 74923331 w 358"/>
                    <a:gd name="T59" fmla="*/ 1234121040 h 348"/>
                    <a:gd name="T60" fmla="*/ 194799766 w 358"/>
                    <a:gd name="T61" fmla="*/ 1094222010 h 348"/>
                    <a:gd name="T62" fmla="*/ 434552636 w 358"/>
                    <a:gd name="T63" fmla="*/ 1104213680 h 348"/>
                    <a:gd name="T64" fmla="*/ 569411950 w 358"/>
                    <a:gd name="T65" fmla="*/ 1274094427 h 348"/>
                    <a:gd name="T66" fmla="*/ 529453883 w 358"/>
                    <a:gd name="T67" fmla="*/ 1508925501 h 348"/>
                    <a:gd name="T68" fmla="*/ 629350167 w 358"/>
                    <a:gd name="T69" fmla="*/ 1558890559 h 348"/>
                    <a:gd name="T70" fmla="*/ 784191866 w 358"/>
                    <a:gd name="T71" fmla="*/ 1379018141 h 348"/>
                    <a:gd name="T72" fmla="*/ 894078226 w 358"/>
                    <a:gd name="T73" fmla="*/ 1389012047 h 348"/>
                    <a:gd name="T74" fmla="*/ 1008959624 w 358"/>
                    <a:gd name="T75" fmla="*/ 1379018141 h 348"/>
                    <a:gd name="T76" fmla="*/ 1163799088 w 358"/>
                    <a:gd name="T77" fmla="*/ 1558890559 h 348"/>
                    <a:gd name="T78" fmla="*/ 1258702570 w 358"/>
                    <a:gd name="T79" fmla="*/ 1508925501 h 348"/>
                    <a:gd name="T80" fmla="*/ 1218744503 w 358"/>
                    <a:gd name="T81" fmla="*/ 1279090262 h 348"/>
                    <a:gd name="T82" fmla="*/ 1358598854 w 358"/>
                    <a:gd name="T83" fmla="*/ 1104213680 h 348"/>
                    <a:gd name="T84" fmla="*/ 1593356687 w 358"/>
                    <a:gd name="T85" fmla="*/ 1094222010 h 348"/>
                    <a:gd name="T86" fmla="*/ 1618331875 w 358"/>
                    <a:gd name="T87" fmla="*/ 984300225 h 348"/>
                    <a:gd name="T88" fmla="*/ 1408546996 w 358"/>
                    <a:gd name="T89" fmla="*/ 874378441 h 348"/>
                    <a:gd name="T90" fmla="*/ 1358598854 w 358"/>
                    <a:gd name="T91" fmla="*/ 654534872 h 348"/>
                    <a:gd name="T92" fmla="*/ 1498455440 w 358"/>
                    <a:gd name="T93" fmla="*/ 464668549 h 348"/>
                    <a:gd name="T94" fmla="*/ 1428527147 w 358"/>
                    <a:gd name="T95" fmla="*/ 379730411 h 348"/>
                    <a:gd name="T96" fmla="*/ 1208754427 w 358"/>
                    <a:gd name="T97" fmla="*/ 469666619 h 348"/>
                    <a:gd name="T98" fmla="*/ 1013954661 w 358"/>
                    <a:gd name="T99" fmla="*/ 374732340 h 348"/>
                    <a:gd name="T100" fmla="*/ 949021406 w 358"/>
                    <a:gd name="T101" fmla="*/ 144897101 h 348"/>
                    <a:gd name="T102" fmla="*/ 839135046 w 358"/>
                    <a:gd name="T103" fmla="*/ 144897101 h 348"/>
                    <a:gd name="T104" fmla="*/ 779196829 w 358"/>
                    <a:gd name="T105" fmla="*/ 374732340 h 348"/>
                    <a:gd name="T106" fmla="*/ 574406987 w 358"/>
                    <a:gd name="T107" fmla="*/ 474662454 h 348"/>
                    <a:gd name="T108" fmla="*/ 359629306 w 358"/>
                    <a:gd name="T109" fmla="*/ 379730411 h 348"/>
                    <a:gd name="T110" fmla="*/ 289701013 w 358"/>
                    <a:gd name="T111" fmla="*/ 464668549 h 348"/>
                    <a:gd name="T112" fmla="*/ 429557599 w 358"/>
                    <a:gd name="T113" fmla="*/ 659530707 h 348"/>
                    <a:gd name="T114" fmla="*/ 379609456 w 358"/>
                    <a:gd name="T115" fmla="*/ 874378441 h 348"/>
                    <a:gd name="T116" fmla="*/ 169824577 w 358"/>
                    <a:gd name="T117" fmla="*/ 984300225 h 348"/>
                    <a:gd name="T118" fmla="*/ 194799766 w 358"/>
                    <a:gd name="T119" fmla="*/ 1094222010 h 348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0" t="0" r="r" b="b"/>
                  <a:pathLst>
                    <a:path w="358" h="348">
                      <a:moveTo>
                        <a:pt x="15" y="247"/>
                      </a:moveTo>
                      <a:cubicBezTo>
                        <a:pt x="0" y="182"/>
                        <a:pt x="0" y="182"/>
                        <a:pt x="0" y="182"/>
                      </a:cubicBezTo>
                      <a:cubicBezTo>
                        <a:pt x="49" y="156"/>
                        <a:pt x="49" y="156"/>
                        <a:pt x="49" y="156"/>
                      </a:cubicBezTo>
                      <a:cubicBezTo>
                        <a:pt x="50" y="149"/>
                        <a:pt x="51" y="143"/>
                        <a:pt x="53" y="136"/>
                      </a:cubicBezTo>
                      <a:cubicBezTo>
                        <a:pt x="21" y="92"/>
                        <a:pt x="21" y="92"/>
                        <a:pt x="21" y="92"/>
                      </a:cubicBezTo>
                      <a:cubicBezTo>
                        <a:pt x="63" y="40"/>
                        <a:pt x="63" y="40"/>
                        <a:pt x="63" y="40"/>
                      </a:cubicBezTo>
                      <a:cubicBezTo>
                        <a:pt x="113" y="61"/>
                        <a:pt x="113" y="61"/>
                        <a:pt x="113" y="61"/>
                      </a:cubicBezTo>
                      <a:cubicBezTo>
                        <a:pt x="119" y="58"/>
                        <a:pt x="125" y="55"/>
                        <a:pt x="131" y="52"/>
                      </a:cubicBezTo>
                      <a:cubicBezTo>
                        <a:pt x="146" y="0"/>
                        <a:pt x="146" y="0"/>
                        <a:pt x="146" y="0"/>
                      </a:cubicBezTo>
                      <a:cubicBezTo>
                        <a:pt x="213" y="0"/>
                        <a:pt x="213" y="0"/>
                        <a:pt x="213" y="0"/>
                      </a:cubicBezTo>
                      <a:cubicBezTo>
                        <a:pt x="227" y="52"/>
                        <a:pt x="227" y="52"/>
                        <a:pt x="227" y="52"/>
                      </a:cubicBezTo>
                      <a:cubicBezTo>
                        <a:pt x="233" y="55"/>
                        <a:pt x="240" y="58"/>
                        <a:pt x="245" y="61"/>
                      </a:cubicBezTo>
                      <a:cubicBezTo>
                        <a:pt x="296" y="40"/>
                        <a:pt x="296" y="40"/>
                        <a:pt x="296" y="40"/>
                      </a:cubicBezTo>
                      <a:cubicBezTo>
                        <a:pt x="337" y="92"/>
                        <a:pt x="337" y="92"/>
                        <a:pt x="337" y="92"/>
                      </a:cubicBezTo>
                      <a:cubicBezTo>
                        <a:pt x="306" y="136"/>
                        <a:pt x="306" y="136"/>
                        <a:pt x="306" y="136"/>
                      </a:cubicBezTo>
                      <a:cubicBezTo>
                        <a:pt x="308" y="142"/>
                        <a:pt x="309" y="149"/>
                        <a:pt x="310" y="156"/>
                      </a:cubicBezTo>
                      <a:cubicBezTo>
                        <a:pt x="358" y="182"/>
                        <a:pt x="358" y="182"/>
                        <a:pt x="358" y="182"/>
                      </a:cubicBezTo>
                      <a:cubicBezTo>
                        <a:pt x="343" y="247"/>
                        <a:pt x="343" y="247"/>
                        <a:pt x="343" y="247"/>
                      </a:cubicBezTo>
                      <a:cubicBezTo>
                        <a:pt x="289" y="249"/>
                        <a:pt x="289" y="249"/>
                        <a:pt x="289" y="249"/>
                      </a:cubicBezTo>
                      <a:cubicBezTo>
                        <a:pt x="285" y="255"/>
                        <a:pt x="281" y="261"/>
                        <a:pt x="276" y="266"/>
                      </a:cubicBezTo>
                      <a:cubicBezTo>
                        <a:pt x="285" y="319"/>
                        <a:pt x="285" y="319"/>
                        <a:pt x="285" y="319"/>
                      </a:cubicBezTo>
                      <a:cubicBezTo>
                        <a:pt x="225" y="348"/>
                        <a:pt x="225" y="348"/>
                        <a:pt x="225" y="348"/>
                      </a:cubicBezTo>
                      <a:cubicBezTo>
                        <a:pt x="190" y="307"/>
                        <a:pt x="190" y="307"/>
                        <a:pt x="190" y="307"/>
                      </a:cubicBezTo>
                      <a:cubicBezTo>
                        <a:pt x="186" y="308"/>
                        <a:pt x="183" y="308"/>
                        <a:pt x="179" y="308"/>
                      </a:cubicBezTo>
                      <a:cubicBezTo>
                        <a:pt x="176" y="308"/>
                        <a:pt x="172" y="308"/>
                        <a:pt x="169" y="307"/>
                      </a:cubicBezTo>
                      <a:cubicBezTo>
                        <a:pt x="133" y="348"/>
                        <a:pt x="133" y="348"/>
                        <a:pt x="133" y="348"/>
                      </a:cubicBezTo>
                      <a:cubicBezTo>
                        <a:pt x="73" y="319"/>
                        <a:pt x="73" y="319"/>
                        <a:pt x="73" y="319"/>
                      </a:cubicBezTo>
                      <a:cubicBezTo>
                        <a:pt x="82" y="266"/>
                        <a:pt x="82" y="266"/>
                        <a:pt x="82" y="266"/>
                      </a:cubicBezTo>
                      <a:cubicBezTo>
                        <a:pt x="78" y="261"/>
                        <a:pt x="74" y="255"/>
                        <a:pt x="70" y="250"/>
                      </a:cubicBezTo>
                      <a:lnTo>
                        <a:pt x="15" y="247"/>
                      </a:lnTo>
                      <a:close/>
                      <a:moveTo>
                        <a:pt x="39" y="219"/>
                      </a:moveTo>
                      <a:cubicBezTo>
                        <a:pt x="87" y="221"/>
                        <a:pt x="87" y="221"/>
                        <a:pt x="87" y="221"/>
                      </a:cubicBezTo>
                      <a:cubicBezTo>
                        <a:pt x="95" y="234"/>
                        <a:pt x="103" y="245"/>
                        <a:pt x="114" y="255"/>
                      </a:cubicBezTo>
                      <a:cubicBezTo>
                        <a:pt x="106" y="302"/>
                        <a:pt x="106" y="302"/>
                        <a:pt x="106" y="302"/>
                      </a:cubicBezTo>
                      <a:cubicBezTo>
                        <a:pt x="126" y="312"/>
                        <a:pt x="126" y="312"/>
                        <a:pt x="126" y="312"/>
                      </a:cubicBezTo>
                      <a:cubicBezTo>
                        <a:pt x="157" y="276"/>
                        <a:pt x="157" y="276"/>
                        <a:pt x="157" y="276"/>
                      </a:cubicBezTo>
                      <a:cubicBezTo>
                        <a:pt x="164" y="277"/>
                        <a:pt x="172" y="278"/>
                        <a:pt x="179" y="278"/>
                      </a:cubicBezTo>
                      <a:cubicBezTo>
                        <a:pt x="187" y="278"/>
                        <a:pt x="194" y="277"/>
                        <a:pt x="202" y="276"/>
                      </a:cubicBezTo>
                      <a:cubicBezTo>
                        <a:pt x="233" y="312"/>
                        <a:pt x="233" y="312"/>
                        <a:pt x="233" y="312"/>
                      </a:cubicBezTo>
                      <a:cubicBezTo>
                        <a:pt x="252" y="302"/>
                        <a:pt x="252" y="302"/>
                        <a:pt x="252" y="302"/>
                      </a:cubicBezTo>
                      <a:cubicBezTo>
                        <a:pt x="244" y="256"/>
                        <a:pt x="244" y="256"/>
                        <a:pt x="244" y="256"/>
                      </a:cubicBezTo>
                      <a:cubicBezTo>
                        <a:pt x="255" y="245"/>
                        <a:pt x="264" y="234"/>
                        <a:pt x="272" y="221"/>
                      </a:cubicBezTo>
                      <a:cubicBezTo>
                        <a:pt x="319" y="219"/>
                        <a:pt x="319" y="219"/>
                        <a:pt x="319" y="219"/>
                      </a:cubicBezTo>
                      <a:cubicBezTo>
                        <a:pt x="324" y="197"/>
                        <a:pt x="324" y="197"/>
                        <a:pt x="324" y="197"/>
                      </a:cubicBezTo>
                      <a:cubicBezTo>
                        <a:pt x="282" y="175"/>
                        <a:pt x="282" y="175"/>
                        <a:pt x="282" y="175"/>
                      </a:cubicBezTo>
                      <a:cubicBezTo>
                        <a:pt x="281" y="159"/>
                        <a:pt x="278" y="146"/>
                        <a:pt x="272" y="131"/>
                      </a:cubicBezTo>
                      <a:cubicBezTo>
                        <a:pt x="300" y="93"/>
                        <a:pt x="300" y="93"/>
                        <a:pt x="300" y="93"/>
                      </a:cubicBezTo>
                      <a:cubicBezTo>
                        <a:pt x="286" y="76"/>
                        <a:pt x="286" y="76"/>
                        <a:pt x="286" y="76"/>
                      </a:cubicBezTo>
                      <a:cubicBezTo>
                        <a:pt x="242" y="94"/>
                        <a:pt x="242" y="94"/>
                        <a:pt x="242" y="94"/>
                      </a:cubicBezTo>
                      <a:cubicBezTo>
                        <a:pt x="230" y="86"/>
                        <a:pt x="218" y="80"/>
                        <a:pt x="203" y="75"/>
                      </a:cubicBezTo>
                      <a:cubicBezTo>
                        <a:pt x="190" y="29"/>
                        <a:pt x="190" y="29"/>
                        <a:pt x="190" y="29"/>
                      </a:cubicBezTo>
                      <a:cubicBezTo>
                        <a:pt x="168" y="29"/>
                        <a:pt x="168" y="29"/>
                        <a:pt x="168" y="29"/>
                      </a:cubicBezTo>
                      <a:cubicBezTo>
                        <a:pt x="156" y="75"/>
                        <a:pt x="156" y="75"/>
                        <a:pt x="156" y="75"/>
                      </a:cubicBezTo>
                      <a:cubicBezTo>
                        <a:pt x="141" y="80"/>
                        <a:pt x="129" y="86"/>
                        <a:pt x="115" y="95"/>
                      </a:cubicBezTo>
                      <a:cubicBezTo>
                        <a:pt x="72" y="76"/>
                        <a:pt x="72" y="76"/>
                        <a:pt x="72" y="76"/>
                      </a:cubicBezTo>
                      <a:cubicBezTo>
                        <a:pt x="58" y="93"/>
                        <a:pt x="58" y="93"/>
                        <a:pt x="58" y="93"/>
                      </a:cubicBezTo>
                      <a:cubicBezTo>
                        <a:pt x="86" y="132"/>
                        <a:pt x="86" y="132"/>
                        <a:pt x="86" y="132"/>
                      </a:cubicBezTo>
                      <a:cubicBezTo>
                        <a:pt x="81" y="146"/>
                        <a:pt x="78" y="159"/>
                        <a:pt x="76" y="175"/>
                      </a:cubicBezTo>
                      <a:cubicBezTo>
                        <a:pt x="34" y="197"/>
                        <a:pt x="34" y="197"/>
                        <a:pt x="34" y="197"/>
                      </a:cubicBezTo>
                      <a:lnTo>
                        <a:pt x="39" y="21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sr-Latn-CS"/>
                </a:p>
              </p:txBody>
            </p:sp>
          </p:grpSp>
          <p:sp>
            <p:nvSpPr>
              <p:cNvPr id="11" name="Freeform 19">
                <a:extLst>
                  <a:ext uri="{FF2B5EF4-FFF2-40B4-BE49-F238E27FC236}">
                    <a16:creationId xmlns:a16="http://schemas.microsoft.com/office/drawing/2014/main" id="{D8688E5D-56CA-49A5-BFAE-9A76C39372CE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6797675" y="3627437"/>
                <a:ext cx="549275" cy="755650"/>
              </a:xfrm>
              <a:custGeom>
                <a:avLst/>
                <a:gdLst>
                  <a:gd name="T0" fmla="*/ 304115258 w 246"/>
                  <a:gd name="T1" fmla="*/ 769712244 h 338"/>
                  <a:gd name="T2" fmla="*/ 917333907 w 246"/>
                  <a:gd name="T3" fmla="*/ 769712244 h 338"/>
                  <a:gd name="T4" fmla="*/ 917333907 w 246"/>
                  <a:gd name="T5" fmla="*/ 919657349 h 338"/>
                  <a:gd name="T6" fmla="*/ 304115258 w 246"/>
                  <a:gd name="T7" fmla="*/ 919657349 h 338"/>
                  <a:gd name="T8" fmla="*/ 304115258 w 246"/>
                  <a:gd name="T9" fmla="*/ 769712244 h 338"/>
                  <a:gd name="T10" fmla="*/ 149565796 w 246"/>
                  <a:gd name="T11" fmla="*/ 449833079 h 338"/>
                  <a:gd name="T12" fmla="*/ 149565796 w 246"/>
                  <a:gd name="T13" fmla="*/ 1459455256 h 338"/>
                  <a:gd name="T14" fmla="*/ 229333477 w 246"/>
                  <a:gd name="T15" fmla="*/ 1539424488 h 338"/>
                  <a:gd name="T16" fmla="*/ 1071883369 w 246"/>
                  <a:gd name="T17" fmla="*/ 1534427808 h 338"/>
                  <a:gd name="T18" fmla="*/ 1071883369 w 246"/>
                  <a:gd name="T19" fmla="*/ 459828675 h 338"/>
                  <a:gd name="T20" fmla="*/ 229333477 w 246"/>
                  <a:gd name="T21" fmla="*/ 464827590 h 338"/>
                  <a:gd name="T22" fmla="*/ 149565796 w 246"/>
                  <a:gd name="T23" fmla="*/ 449833079 h 338"/>
                  <a:gd name="T24" fmla="*/ 0 w 246"/>
                  <a:gd name="T25" fmla="*/ 1459455256 h 338"/>
                  <a:gd name="T26" fmla="*/ 0 w 246"/>
                  <a:gd name="T27" fmla="*/ 234913253 h 338"/>
                  <a:gd name="T28" fmla="*/ 229333477 w 246"/>
                  <a:gd name="T29" fmla="*/ 0 h 338"/>
                  <a:gd name="T30" fmla="*/ 1226435064 w 246"/>
                  <a:gd name="T31" fmla="*/ 0 h 338"/>
                  <a:gd name="T32" fmla="*/ 1226435064 w 246"/>
                  <a:gd name="T33" fmla="*/ 154941785 h 338"/>
                  <a:gd name="T34" fmla="*/ 1146667383 w 246"/>
                  <a:gd name="T35" fmla="*/ 229914337 h 338"/>
                  <a:gd name="T36" fmla="*/ 1226435064 w 246"/>
                  <a:gd name="T37" fmla="*/ 304886890 h 338"/>
                  <a:gd name="T38" fmla="*/ 1226435064 w 246"/>
                  <a:gd name="T39" fmla="*/ 1689369593 h 338"/>
                  <a:gd name="T40" fmla="*/ 229333477 w 246"/>
                  <a:gd name="T41" fmla="*/ 1689369593 h 338"/>
                  <a:gd name="T42" fmla="*/ 0 w 246"/>
                  <a:gd name="T43" fmla="*/ 1459455256 h 338"/>
                  <a:gd name="T44" fmla="*/ 149565796 w 246"/>
                  <a:gd name="T45" fmla="*/ 234913253 h 338"/>
                  <a:gd name="T46" fmla="*/ 229333477 w 246"/>
                  <a:gd name="T47" fmla="*/ 309883570 h 338"/>
                  <a:gd name="T48" fmla="*/ 1007073384 w 246"/>
                  <a:gd name="T49" fmla="*/ 309883570 h 338"/>
                  <a:gd name="T50" fmla="*/ 997101587 w 246"/>
                  <a:gd name="T51" fmla="*/ 229914337 h 338"/>
                  <a:gd name="T52" fmla="*/ 1007073384 w 246"/>
                  <a:gd name="T53" fmla="*/ 154941785 h 338"/>
                  <a:gd name="T54" fmla="*/ 229333477 w 246"/>
                  <a:gd name="T55" fmla="*/ 154941785 h 338"/>
                  <a:gd name="T56" fmla="*/ 149565796 w 246"/>
                  <a:gd name="T57" fmla="*/ 234913253 h 33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246" h="338">
                    <a:moveTo>
                      <a:pt x="61" y="154"/>
                    </a:moveTo>
                    <a:cubicBezTo>
                      <a:pt x="184" y="154"/>
                      <a:pt x="184" y="154"/>
                      <a:pt x="184" y="154"/>
                    </a:cubicBezTo>
                    <a:cubicBezTo>
                      <a:pt x="184" y="184"/>
                      <a:pt x="184" y="184"/>
                      <a:pt x="184" y="184"/>
                    </a:cubicBezTo>
                    <a:cubicBezTo>
                      <a:pt x="61" y="184"/>
                      <a:pt x="61" y="184"/>
                      <a:pt x="61" y="184"/>
                    </a:cubicBezTo>
                    <a:lnTo>
                      <a:pt x="61" y="154"/>
                    </a:lnTo>
                    <a:close/>
                    <a:moveTo>
                      <a:pt x="30" y="90"/>
                    </a:moveTo>
                    <a:cubicBezTo>
                      <a:pt x="30" y="292"/>
                      <a:pt x="30" y="292"/>
                      <a:pt x="30" y="292"/>
                    </a:cubicBezTo>
                    <a:cubicBezTo>
                      <a:pt x="30" y="301"/>
                      <a:pt x="38" y="306"/>
                      <a:pt x="46" y="308"/>
                    </a:cubicBezTo>
                    <a:cubicBezTo>
                      <a:pt x="215" y="307"/>
                      <a:pt x="215" y="307"/>
                      <a:pt x="215" y="307"/>
                    </a:cubicBezTo>
                    <a:cubicBezTo>
                      <a:pt x="215" y="92"/>
                      <a:pt x="215" y="92"/>
                      <a:pt x="215" y="92"/>
                    </a:cubicBezTo>
                    <a:cubicBezTo>
                      <a:pt x="46" y="93"/>
                      <a:pt x="46" y="93"/>
                      <a:pt x="46" y="93"/>
                    </a:cubicBezTo>
                    <a:cubicBezTo>
                      <a:pt x="40" y="93"/>
                      <a:pt x="35" y="92"/>
                      <a:pt x="30" y="90"/>
                    </a:cubicBezTo>
                    <a:moveTo>
                      <a:pt x="0" y="292"/>
                    </a:moveTo>
                    <a:cubicBezTo>
                      <a:pt x="0" y="47"/>
                      <a:pt x="0" y="47"/>
                      <a:pt x="0" y="47"/>
                    </a:cubicBezTo>
                    <a:cubicBezTo>
                      <a:pt x="0" y="21"/>
                      <a:pt x="20" y="0"/>
                      <a:pt x="46" y="0"/>
                    </a:cubicBezTo>
                    <a:cubicBezTo>
                      <a:pt x="246" y="0"/>
                      <a:pt x="246" y="0"/>
                      <a:pt x="246" y="0"/>
                    </a:cubicBezTo>
                    <a:cubicBezTo>
                      <a:pt x="246" y="31"/>
                      <a:pt x="246" y="31"/>
                      <a:pt x="246" y="31"/>
                    </a:cubicBezTo>
                    <a:cubicBezTo>
                      <a:pt x="237" y="31"/>
                      <a:pt x="230" y="38"/>
                      <a:pt x="230" y="46"/>
                    </a:cubicBezTo>
                    <a:cubicBezTo>
                      <a:pt x="230" y="55"/>
                      <a:pt x="237" y="61"/>
                      <a:pt x="246" y="61"/>
                    </a:cubicBezTo>
                    <a:cubicBezTo>
                      <a:pt x="246" y="338"/>
                      <a:pt x="246" y="338"/>
                      <a:pt x="246" y="338"/>
                    </a:cubicBezTo>
                    <a:cubicBezTo>
                      <a:pt x="46" y="338"/>
                      <a:pt x="46" y="338"/>
                      <a:pt x="46" y="338"/>
                    </a:cubicBezTo>
                    <a:cubicBezTo>
                      <a:pt x="20" y="338"/>
                      <a:pt x="0" y="318"/>
                      <a:pt x="0" y="292"/>
                    </a:cubicBezTo>
                    <a:moveTo>
                      <a:pt x="30" y="47"/>
                    </a:moveTo>
                    <a:cubicBezTo>
                      <a:pt x="30" y="55"/>
                      <a:pt x="37" y="62"/>
                      <a:pt x="46" y="62"/>
                    </a:cubicBezTo>
                    <a:cubicBezTo>
                      <a:pt x="202" y="62"/>
                      <a:pt x="202" y="62"/>
                      <a:pt x="202" y="62"/>
                    </a:cubicBezTo>
                    <a:cubicBezTo>
                      <a:pt x="201" y="57"/>
                      <a:pt x="200" y="52"/>
                      <a:pt x="200" y="46"/>
                    </a:cubicBezTo>
                    <a:cubicBezTo>
                      <a:pt x="200" y="41"/>
                      <a:pt x="201" y="36"/>
                      <a:pt x="202" y="31"/>
                    </a:cubicBezTo>
                    <a:cubicBezTo>
                      <a:pt x="46" y="31"/>
                      <a:pt x="46" y="31"/>
                      <a:pt x="46" y="31"/>
                    </a:cubicBezTo>
                    <a:cubicBezTo>
                      <a:pt x="37" y="31"/>
                      <a:pt x="30" y="38"/>
                      <a:pt x="30" y="4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r-Latn-CS"/>
              </a:p>
            </p:txBody>
          </p:sp>
          <p:grpSp>
            <p:nvGrpSpPr>
              <p:cNvPr id="12" name="Gruppieren 29">
                <a:extLst>
                  <a:ext uri="{FF2B5EF4-FFF2-40B4-BE49-F238E27FC236}">
                    <a16:creationId xmlns:a16="http://schemas.microsoft.com/office/drawing/2014/main" id="{5976E3B1-631B-4FA8-93C1-D52D27F763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9400" y="3540124"/>
                <a:ext cx="955675" cy="849313"/>
                <a:chOff x="1160463" y="4395788"/>
                <a:chExt cx="955675" cy="849313"/>
              </a:xfrm>
              <a:grpFill/>
            </p:grpSpPr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2B366677-F5C5-44B8-BDBA-85007FD1D7DD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865313" y="5102226"/>
                  <a:ext cx="144463" cy="142875"/>
                </a:xfrm>
                <a:custGeom>
                  <a:avLst/>
                  <a:gdLst>
                    <a:gd name="T0" fmla="*/ 59274280 w 65"/>
                    <a:gd name="T1" fmla="*/ 54821584 h 64"/>
                    <a:gd name="T2" fmla="*/ 261795849 w 65"/>
                    <a:gd name="T3" fmla="*/ 54821584 h 64"/>
                    <a:gd name="T4" fmla="*/ 261795849 w 65"/>
                    <a:gd name="T5" fmla="*/ 264135691 h 64"/>
                    <a:gd name="T6" fmla="*/ 59274280 w 65"/>
                    <a:gd name="T7" fmla="*/ 264135691 h 64"/>
                    <a:gd name="T8" fmla="*/ 59274280 w 65"/>
                    <a:gd name="T9" fmla="*/ 54821584 h 6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5" h="64">
                      <a:moveTo>
                        <a:pt x="12" y="11"/>
                      </a:moveTo>
                      <a:cubicBezTo>
                        <a:pt x="23" y="0"/>
                        <a:pt x="42" y="0"/>
                        <a:pt x="53" y="11"/>
                      </a:cubicBezTo>
                      <a:cubicBezTo>
                        <a:pt x="65" y="23"/>
                        <a:pt x="65" y="41"/>
                        <a:pt x="53" y="53"/>
                      </a:cubicBezTo>
                      <a:cubicBezTo>
                        <a:pt x="42" y="64"/>
                        <a:pt x="23" y="64"/>
                        <a:pt x="12" y="53"/>
                      </a:cubicBezTo>
                      <a:cubicBezTo>
                        <a:pt x="0" y="41"/>
                        <a:pt x="0" y="23"/>
                        <a:pt x="12" y="11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sr-Latn-CS"/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349B49A2-E4E6-4219-9012-B4C7DBFB37BE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1785938" y="4395788"/>
                  <a:ext cx="203200" cy="206375"/>
                </a:xfrm>
                <a:custGeom>
                  <a:avLst/>
                  <a:gdLst>
                    <a:gd name="T0" fmla="*/ 279223596 w 91"/>
                    <a:gd name="T1" fmla="*/ 181150143 h 92"/>
                    <a:gd name="T2" fmla="*/ 174515305 w 91"/>
                    <a:gd name="T3" fmla="*/ 181150143 h 92"/>
                    <a:gd name="T4" fmla="*/ 174515305 w 91"/>
                    <a:gd name="T5" fmla="*/ 286823115 h 92"/>
                    <a:gd name="T6" fmla="*/ 279223596 w 91"/>
                    <a:gd name="T7" fmla="*/ 286823115 h 92"/>
                    <a:gd name="T8" fmla="*/ 279223596 w 91"/>
                    <a:gd name="T9" fmla="*/ 181150143 h 92"/>
                    <a:gd name="T10" fmla="*/ 373961688 w 91"/>
                    <a:gd name="T11" fmla="*/ 85544681 h 92"/>
                    <a:gd name="T12" fmla="*/ 373961688 w 91"/>
                    <a:gd name="T13" fmla="*/ 382430821 h 92"/>
                    <a:gd name="T14" fmla="*/ 79777213 w 91"/>
                    <a:gd name="T15" fmla="*/ 382430821 h 92"/>
                    <a:gd name="T16" fmla="*/ 79777213 w 91"/>
                    <a:gd name="T17" fmla="*/ 85544681 h 92"/>
                    <a:gd name="T18" fmla="*/ 373961688 w 91"/>
                    <a:gd name="T19" fmla="*/ 85544681 h 9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1" h="92">
                      <a:moveTo>
                        <a:pt x="56" y="36"/>
                      </a:moveTo>
                      <a:cubicBezTo>
                        <a:pt x="50" y="30"/>
                        <a:pt x="41" y="30"/>
                        <a:pt x="35" y="36"/>
                      </a:cubicBezTo>
                      <a:cubicBezTo>
                        <a:pt x="30" y="42"/>
                        <a:pt x="30" y="51"/>
                        <a:pt x="35" y="57"/>
                      </a:cubicBezTo>
                      <a:cubicBezTo>
                        <a:pt x="41" y="62"/>
                        <a:pt x="50" y="62"/>
                        <a:pt x="56" y="57"/>
                      </a:cubicBezTo>
                      <a:cubicBezTo>
                        <a:pt x="62" y="51"/>
                        <a:pt x="62" y="42"/>
                        <a:pt x="56" y="36"/>
                      </a:cubicBezTo>
                      <a:moveTo>
                        <a:pt x="75" y="17"/>
                      </a:moveTo>
                      <a:cubicBezTo>
                        <a:pt x="91" y="33"/>
                        <a:pt x="91" y="59"/>
                        <a:pt x="75" y="76"/>
                      </a:cubicBezTo>
                      <a:cubicBezTo>
                        <a:pt x="59" y="92"/>
                        <a:pt x="32" y="92"/>
                        <a:pt x="16" y="76"/>
                      </a:cubicBezTo>
                      <a:cubicBezTo>
                        <a:pt x="0" y="59"/>
                        <a:pt x="0" y="33"/>
                        <a:pt x="16" y="17"/>
                      </a:cubicBezTo>
                      <a:cubicBezTo>
                        <a:pt x="32" y="0"/>
                        <a:pt x="59" y="0"/>
                        <a:pt x="75" y="17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sr-Latn-CS"/>
                </a:p>
              </p:txBody>
            </p:sp>
            <p:sp>
              <p:nvSpPr>
                <p:cNvPr id="31" name="Freeform 22">
                  <a:extLst>
                    <a:ext uri="{FF2B5EF4-FFF2-40B4-BE49-F238E27FC236}">
                      <a16:creationId xmlns:a16="http://schemas.microsoft.com/office/drawing/2014/main" id="{BE109009-1E6B-416B-8593-E833ED9269DA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1160463" y="4565651"/>
                  <a:ext cx="955675" cy="671513"/>
                </a:xfrm>
                <a:custGeom>
                  <a:avLst/>
                  <a:gdLst>
                    <a:gd name="T0" fmla="*/ 1425931854 w 428"/>
                    <a:gd name="T1" fmla="*/ 65134523 h 300"/>
                    <a:gd name="T2" fmla="*/ 1740036325 w 428"/>
                    <a:gd name="T3" fmla="*/ 380785923 h 300"/>
                    <a:gd name="T4" fmla="*/ 2014254762 w 428"/>
                    <a:gd name="T5" fmla="*/ 105217134 h 300"/>
                    <a:gd name="T6" fmla="*/ 2133912864 w 428"/>
                    <a:gd name="T7" fmla="*/ 225464967 h 300"/>
                    <a:gd name="T8" fmla="*/ 1740036325 w 428"/>
                    <a:gd name="T9" fmla="*/ 621281589 h 300"/>
                    <a:gd name="T10" fmla="*/ 1455848054 w 428"/>
                    <a:gd name="T11" fmla="*/ 335691587 h 300"/>
                    <a:gd name="T12" fmla="*/ 1405989953 w 428"/>
                    <a:gd name="T13" fmla="*/ 395816623 h 300"/>
                    <a:gd name="T14" fmla="*/ 1116813416 w 428"/>
                    <a:gd name="T15" fmla="*/ 686416112 h 300"/>
                    <a:gd name="T16" fmla="*/ 1331201686 w 428"/>
                    <a:gd name="T17" fmla="*/ 906869353 h 300"/>
                    <a:gd name="T18" fmla="*/ 1331201686 w 428"/>
                    <a:gd name="T19" fmla="*/ 1503099031 h 300"/>
                    <a:gd name="T20" fmla="*/ 1166671517 w 428"/>
                    <a:gd name="T21" fmla="*/ 1503099031 h 300"/>
                    <a:gd name="T22" fmla="*/ 1166671517 w 428"/>
                    <a:gd name="T23" fmla="*/ 977013363 h 300"/>
                    <a:gd name="T24" fmla="*/ 802711178 w 428"/>
                    <a:gd name="T25" fmla="*/ 606250890 h 300"/>
                    <a:gd name="T26" fmla="*/ 548434641 w 428"/>
                    <a:gd name="T27" fmla="*/ 861777255 h 300"/>
                    <a:gd name="T28" fmla="*/ 0 w 428"/>
                    <a:gd name="T29" fmla="*/ 861777255 h 300"/>
                    <a:gd name="T30" fmla="*/ 0 w 428"/>
                    <a:gd name="T31" fmla="*/ 696435086 h 300"/>
                    <a:gd name="T32" fmla="*/ 478634640 w 428"/>
                    <a:gd name="T33" fmla="*/ 696435086 h 300"/>
                    <a:gd name="T34" fmla="*/ 1002141348 w 428"/>
                    <a:gd name="T35" fmla="*/ 165339931 h 300"/>
                    <a:gd name="T36" fmla="*/ 782767044 w 428"/>
                    <a:gd name="T37" fmla="*/ 165339931 h 300"/>
                    <a:gd name="T38" fmla="*/ 518520674 w 428"/>
                    <a:gd name="T39" fmla="*/ 435899234 h 300"/>
                    <a:gd name="T40" fmla="*/ 398862572 w 428"/>
                    <a:gd name="T41" fmla="*/ 315651401 h 300"/>
                    <a:gd name="T42" fmla="*/ 712967043 w 428"/>
                    <a:gd name="T43" fmla="*/ 0 h 300"/>
                    <a:gd name="T44" fmla="*/ 1266387718 w 428"/>
                    <a:gd name="T45" fmla="*/ 0 h 300"/>
                    <a:gd name="T46" fmla="*/ 1425931854 w 428"/>
                    <a:gd name="T47" fmla="*/ 65134523 h 300"/>
                    <a:gd name="T48" fmla="*/ 997155314 w 428"/>
                    <a:gd name="T49" fmla="*/ 586208465 h 300"/>
                    <a:gd name="T50" fmla="*/ 1296301685 w 428"/>
                    <a:gd name="T51" fmla="*/ 285587764 h 300"/>
                    <a:gd name="T52" fmla="*/ 1201571517 w 428"/>
                    <a:gd name="T53" fmla="*/ 190391843 h 300"/>
                    <a:gd name="T54" fmla="*/ 902425146 w 428"/>
                    <a:gd name="T55" fmla="*/ 491012544 h 300"/>
                    <a:gd name="T56" fmla="*/ 997155314 w 428"/>
                    <a:gd name="T57" fmla="*/ 586208465 h 300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28" h="300">
                      <a:moveTo>
                        <a:pt x="286" y="13"/>
                      </a:moveTo>
                      <a:cubicBezTo>
                        <a:pt x="349" y="76"/>
                        <a:pt x="349" y="76"/>
                        <a:pt x="349" y="76"/>
                      </a:cubicBezTo>
                      <a:cubicBezTo>
                        <a:pt x="404" y="21"/>
                        <a:pt x="404" y="21"/>
                        <a:pt x="404" y="21"/>
                      </a:cubicBezTo>
                      <a:cubicBezTo>
                        <a:pt x="428" y="45"/>
                        <a:pt x="428" y="45"/>
                        <a:pt x="428" y="45"/>
                      </a:cubicBezTo>
                      <a:cubicBezTo>
                        <a:pt x="349" y="124"/>
                        <a:pt x="349" y="124"/>
                        <a:pt x="349" y="124"/>
                      </a:cubicBezTo>
                      <a:cubicBezTo>
                        <a:pt x="292" y="67"/>
                        <a:pt x="292" y="67"/>
                        <a:pt x="292" y="67"/>
                      </a:cubicBezTo>
                      <a:cubicBezTo>
                        <a:pt x="289" y="71"/>
                        <a:pt x="286" y="75"/>
                        <a:pt x="282" y="79"/>
                      </a:cubicBezTo>
                      <a:cubicBezTo>
                        <a:pt x="224" y="137"/>
                        <a:pt x="224" y="137"/>
                        <a:pt x="224" y="137"/>
                      </a:cubicBezTo>
                      <a:cubicBezTo>
                        <a:pt x="267" y="181"/>
                        <a:pt x="267" y="181"/>
                        <a:pt x="267" y="181"/>
                      </a:cubicBezTo>
                      <a:cubicBezTo>
                        <a:pt x="267" y="300"/>
                        <a:pt x="267" y="300"/>
                        <a:pt x="267" y="300"/>
                      </a:cubicBezTo>
                      <a:cubicBezTo>
                        <a:pt x="234" y="300"/>
                        <a:pt x="234" y="300"/>
                        <a:pt x="234" y="300"/>
                      </a:cubicBezTo>
                      <a:cubicBezTo>
                        <a:pt x="234" y="195"/>
                        <a:pt x="234" y="195"/>
                        <a:pt x="234" y="195"/>
                      </a:cubicBezTo>
                      <a:cubicBezTo>
                        <a:pt x="161" y="121"/>
                        <a:pt x="161" y="121"/>
                        <a:pt x="161" y="121"/>
                      </a:cubicBezTo>
                      <a:cubicBezTo>
                        <a:pt x="110" y="172"/>
                        <a:pt x="110" y="172"/>
                        <a:pt x="110" y="172"/>
                      </a:cubicBezTo>
                      <a:cubicBezTo>
                        <a:pt x="0" y="172"/>
                        <a:pt x="0" y="172"/>
                        <a:pt x="0" y="172"/>
                      </a:cubicBezTo>
                      <a:cubicBezTo>
                        <a:pt x="0" y="139"/>
                        <a:pt x="0" y="139"/>
                        <a:pt x="0" y="139"/>
                      </a:cubicBezTo>
                      <a:cubicBezTo>
                        <a:pt x="96" y="139"/>
                        <a:pt x="96" y="139"/>
                        <a:pt x="96" y="139"/>
                      </a:cubicBezTo>
                      <a:cubicBezTo>
                        <a:pt x="201" y="33"/>
                        <a:pt x="201" y="33"/>
                        <a:pt x="201" y="33"/>
                      </a:cubicBezTo>
                      <a:cubicBezTo>
                        <a:pt x="157" y="33"/>
                        <a:pt x="157" y="33"/>
                        <a:pt x="157" y="33"/>
                      </a:cubicBezTo>
                      <a:cubicBezTo>
                        <a:pt x="104" y="87"/>
                        <a:pt x="104" y="87"/>
                        <a:pt x="104" y="87"/>
                      </a:cubicBezTo>
                      <a:cubicBezTo>
                        <a:pt x="80" y="63"/>
                        <a:pt x="80" y="63"/>
                        <a:pt x="80" y="63"/>
                      </a:cubicBezTo>
                      <a:cubicBezTo>
                        <a:pt x="143" y="0"/>
                        <a:pt x="143" y="0"/>
                        <a:pt x="143" y="0"/>
                      </a:cubicBezTo>
                      <a:cubicBezTo>
                        <a:pt x="254" y="0"/>
                        <a:pt x="254" y="0"/>
                        <a:pt x="254" y="0"/>
                      </a:cubicBezTo>
                      <a:cubicBezTo>
                        <a:pt x="266" y="0"/>
                        <a:pt x="278" y="5"/>
                        <a:pt x="286" y="13"/>
                      </a:cubicBezTo>
                      <a:moveTo>
                        <a:pt x="200" y="117"/>
                      </a:moveTo>
                      <a:cubicBezTo>
                        <a:pt x="260" y="57"/>
                        <a:pt x="260" y="57"/>
                        <a:pt x="260" y="57"/>
                      </a:cubicBezTo>
                      <a:cubicBezTo>
                        <a:pt x="277" y="40"/>
                        <a:pt x="258" y="21"/>
                        <a:pt x="241" y="38"/>
                      </a:cubicBezTo>
                      <a:cubicBezTo>
                        <a:pt x="181" y="98"/>
                        <a:pt x="181" y="98"/>
                        <a:pt x="181" y="98"/>
                      </a:cubicBezTo>
                      <a:lnTo>
                        <a:pt x="200" y="11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sr-Latn-CS"/>
                </a:p>
              </p:txBody>
            </p:sp>
          </p:grpSp>
          <p:grpSp>
            <p:nvGrpSpPr>
              <p:cNvPr id="13" name="Gruppieren 33">
                <a:extLst>
                  <a:ext uri="{FF2B5EF4-FFF2-40B4-BE49-F238E27FC236}">
                    <a16:creationId xmlns:a16="http://schemas.microsoft.com/office/drawing/2014/main" id="{0C05B180-B80C-4359-93DF-F9AA31CEFA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68737" y="3633787"/>
                <a:ext cx="752475" cy="749300"/>
                <a:chOff x="4749800" y="4489451"/>
                <a:chExt cx="752475" cy="749300"/>
              </a:xfrm>
              <a:grpFill/>
            </p:grpSpPr>
            <p:sp>
              <p:nvSpPr>
                <p:cNvPr id="26" name="Freeform 23">
                  <a:extLst>
                    <a:ext uri="{FF2B5EF4-FFF2-40B4-BE49-F238E27FC236}">
                      <a16:creationId xmlns:a16="http://schemas.microsoft.com/office/drawing/2014/main" id="{914CE4DF-81F4-489F-84D9-0AF4C9C6E3B7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5224463" y="4867276"/>
                  <a:ext cx="211138" cy="344488"/>
                </a:xfrm>
                <a:custGeom>
                  <a:avLst/>
                  <a:gdLst>
                    <a:gd name="T0" fmla="*/ 464157693 w 94"/>
                    <a:gd name="T1" fmla="*/ 770597287 h 154"/>
                    <a:gd name="T2" fmla="*/ 45405901 w 94"/>
                    <a:gd name="T3" fmla="*/ 460356762 h 154"/>
                    <a:gd name="T4" fmla="*/ 0 w 94"/>
                    <a:gd name="T5" fmla="*/ 460356762 h 154"/>
                    <a:gd name="T6" fmla="*/ 0 w 94"/>
                    <a:gd name="T7" fmla="*/ 310240524 h 154"/>
                    <a:gd name="T8" fmla="*/ 45405901 w 94"/>
                    <a:gd name="T9" fmla="*/ 310240524 h 154"/>
                    <a:gd name="T10" fmla="*/ 474247394 w 94"/>
                    <a:gd name="T11" fmla="*/ 0 h 154"/>
                    <a:gd name="T12" fmla="*/ 474247394 w 94"/>
                    <a:gd name="T13" fmla="*/ 145112215 h 154"/>
                    <a:gd name="T14" fmla="*/ 196762647 w 94"/>
                    <a:gd name="T15" fmla="*/ 310240524 h 154"/>
                    <a:gd name="T16" fmla="*/ 393525294 w 94"/>
                    <a:gd name="T17" fmla="*/ 310240524 h 154"/>
                    <a:gd name="T18" fmla="*/ 393525294 w 94"/>
                    <a:gd name="T19" fmla="*/ 460356762 h 154"/>
                    <a:gd name="T20" fmla="*/ 196762647 w 94"/>
                    <a:gd name="T21" fmla="*/ 460356762 h 154"/>
                    <a:gd name="T22" fmla="*/ 464157693 w 94"/>
                    <a:gd name="T23" fmla="*/ 620481048 h 154"/>
                    <a:gd name="T24" fmla="*/ 464157693 w 94"/>
                    <a:gd name="T25" fmla="*/ 770597287 h 15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94" h="154">
                      <a:moveTo>
                        <a:pt x="92" y="154"/>
                      </a:moveTo>
                      <a:cubicBezTo>
                        <a:pt x="43" y="154"/>
                        <a:pt x="15" y="125"/>
                        <a:pt x="9" y="92"/>
                      </a:cubicBezTo>
                      <a:cubicBezTo>
                        <a:pt x="0" y="92"/>
                        <a:pt x="0" y="92"/>
                        <a:pt x="0" y="92"/>
                      </a:cubicBezTo>
                      <a:cubicBezTo>
                        <a:pt x="0" y="62"/>
                        <a:pt x="0" y="62"/>
                        <a:pt x="0" y="62"/>
                      </a:cubicBezTo>
                      <a:cubicBezTo>
                        <a:pt x="9" y="62"/>
                        <a:pt x="9" y="62"/>
                        <a:pt x="9" y="62"/>
                      </a:cubicBezTo>
                      <a:cubicBezTo>
                        <a:pt x="16" y="29"/>
                        <a:pt x="44" y="0"/>
                        <a:pt x="94" y="0"/>
                      </a:cubicBezTo>
                      <a:cubicBezTo>
                        <a:pt x="94" y="29"/>
                        <a:pt x="94" y="29"/>
                        <a:pt x="94" y="29"/>
                      </a:cubicBezTo>
                      <a:cubicBezTo>
                        <a:pt x="64" y="29"/>
                        <a:pt x="46" y="44"/>
                        <a:pt x="39" y="62"/>
                      </a:cubicBezTo>
                      <a:cubicBezTo>
                        <a:pt x="78" y="62"/>
                        <a:pt x="78" y="62"/>
                        <a:pt x="78" y="62"/>
                      </a:cubicBezTo>
                      <a:cubicBezTo>
                        <a:pt x="78" y="92"/>
                        <a:pt x="78" y="92"/>
                        <a:pt x="78" y="92"/>
                      </a:cubicBezTo>
                      <a:cubicBezTo>
                        <a:pt x="39" y="92"/>
                        <a:pt x="39" y="92"/>
                        <a:pt x="39" y="92"/>
                      </a:cubicBezTo>
                      <a:cubicBezTo>
                        <a:pt x="45" y="110"/>
                        <a:pt x="63" y="124"/>
                        <a:pt x="92" y="124"/>
                      </a:cubicBezTo>
                      <a:lnTo>
                        <a:pt x="92" y="15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sr-Latn-CS"/>
                </a:p>
              </p:txBody>
            </p:sp>
            <p:sp>
              <p:nvSpPr>
                <p:cNvPr id="27" name="Freeform 24">
                  <a:extLst>
                    <a:ext uri="{FF2B5EF4-FFF2-40B4-BE49-F238E27FC236}">
                      <a16:creationId xmlns:a16="http://schemas.microsoft.com/office/drawing/2014/main" id="{E498B48E-EF2D-4679-BC8E-2A017CE9204D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4749800" y="4489451"/>
                  <a:ext cx="752475" cy="749300"/>
                </a:xfrm>
                <a:custGeom>
                  <a:avLst/>
                  <a:gdLst>
                    <a:gd name="T0" fmla="*/ 0 w 474"/>
                    <a:gd name="T1" fmla="*/ 1111389700 h 472"/>
                    <a:gd name="T2" fmla="*/ 1116430013 w 474"/>
                    <a:gd name="T3" fmla="*/ 0 h 472"/>
                    <a:gd name="T4" fmla="*/ 1194554063 w 474"/>
                    <a:gd name="T5" fmla="*/ 78125638 h 472"/>
                    <a:gd name="T6" fmla="*/ 78125638 w 474"/>
                    <a:gd name="T7" fmla="*/ 1189513750 h 472"/>
                    <a:gd name="T8" fmla="*/ 0 w 474"/>
                    <a:gd name="T9" fmla="*/ 1111389700 h 4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74" h="472">
                      <a:moveTo>
                        <a:pt x="0" y="441"/>
                      </a:moveTo>
                      <a:lnTo>
                        <a:pt x="443" y="0"/>
                      </a:lnTo>
                      <a:lnTo>
                        <a:pt x="474" y="31"/>
                      </a:lnTo>
                      <a:lnTo>
                        <a:pt x="31" y="472"/>
                      </a:lnTo>
                      <a:lnTo>
                        <a:pt x="0" y="44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sr-Latn-CS"/>
                </a:p>
              </p:txBody>
            </p:sp>
            <p:sp>
              <p:nvSpPr>
                <p:cNvPr id="28" name="Freeform 25">
                  <a:extLst>
                    <a:ext uri="{FF2B5EF4-FFF2-40B4-BE49-F238E27FC236}">
                      <a16:creationId xmlns:a16="http://schemas.microsoft.com/office/drawing/2014/main" id="{8A21EF2B-2AAF-4AA0-AB05-D95DC3876031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4810125" y="4549776"/>
                  <a:ext cx="276225" cy="277813"/>
                </a:xfrm>
                <a:custGeom>
                  <a:avLst/>
                  <a:gdLst>
                    <a:gd name="T0" fmla="*/ 307663415 w 124"/>
                    <a:gd name="T1" fmla="*/ 150585848 h 124"/>
                    <a:gd name="T2" fmla="*/ 148869682 w 124"/>
                    <a:gd name="T3" fmla="*/ 311211052 h 124"/>
                    <a:gd name="T4" fmla="*/ 307663415 w 124"/>
                    <a:gd name="T5" fmla="*/ 471834015 h 124"/>
                    <a:gd name="T6" fmla="*/ 466454920 w 124"/>
                    <a:gd name="T7" fmla="*/ 311211052 h 124"/>
                    <a:gd name="T8" fmla="*/ 307663415 w 124"/>
                    <a:gd name="T9" fmla="*/ 150585848 h 124"/>
                    <a:gd name="T10" fmla="*/ 307663415 w 124"/>
                    <a:gd name="T11" fmla="*/ 0 h 124"/>
                    <a:gd name="T12" fmla="*/ 615324602 w 124"/>
                    <a:gd name="T13" fmla="*/ 311211052 h 124"/>
                    <a:gd name="T14" fmla="*/ 307663415 w 124"/>
                    <a:gd name="T15" fmla="*/ 622419863 h 124"/>
                    <a:gd name="T16" fmla="*/ 0 w 124"/>
                    <a:gd name="T17" fmla="*/ 311211052 h 124"/>
                    <a:gd name="T18" fmla="*/ 307663415 w 124"/>
                    <a:gd name="T19" fmla="*/ 0 h 12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24" h="124">
                      <a:moveTo>
                        <a:pt x="62" y="30"/>
                      </a:moveTo>
                      <a:cubicBezTo>
                        <a:pt x="44" y="30"/>
                        <a:pt x="30" y="44"/>
                        <a:pt x="30" y="62"/>
                      </a:cubicBezTo>
                      <a:cubicBezTo>
                        <a:pt x="30" y="80"/>
                        <a:pt x="44" y="94"/>
                        <a:pt x="62" y="94"/>
                      </a:cubicBezTo>
                      <a:cubicBezTo>
                        <a:pt x="80" y="94"/>
                        <a:pt x="94" y="80"/>
                        <a:pt x="94" y="62"/>
                      </a:cubicBezTo>
                      <a:cubicBezTo>
                        <a:pt x="94" y="44"/>
                        <a:pt x="80" y="30"/>
                        <a:pt x="62" y="30"/>
                      </a:cubicBezTo>
                      <a:moveTo>
                        <a:pt x="62" y="0"/>
                      </a:moveTo>
                      <a:cubicBezTo>
                        <a:pt x="96" y="0"/>
                        <a:pt x="124" y="28"/>
                        <a:pt x="124" y="62"/>
                      </a:cubicBezTo>
                      <a:cubicBezTo>
                        <a:pt x="124" y="96"/>
                        <a:pt x="96" y="124"/>
                        <a:pt x="62" y="124"/>
                      </a:cubicBezTo>
                      <a:cubicBezTo>
                        <a:pt x="28" y="124"/>
                        <a:pt x="0" y="96"/>
                        <a:pt x="0" y="62"/>
                      </a:cubicBezTo>
                      <a:cubicBezTo>
                        <a:pt x="0" y="28"/>
                        <a:pt x="28" y="0"/>
                        <a:pt x="62" y="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sr-Latn-CS"/>
                </a:p>
              </p:txBody>
            </p:sp>
          </p:grpSp>
          <p:sp>
            <p:nvSpPr>
              <p:cNvPr id="14" name="Freeform 26">
                <a:extLst>
                  <a:ext uri="{FF2B5EF4-FFF2-40B4-BE49-F238E27FC236}">
                    <a16:creationId xmlns:a16="http://schemas.microsoft.com/office/drawing/2014/main" id="{3E413B4D-9493-4127-ACDD-EA11B4CB544D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5510212" y="3554412"/>
                <a:ext cx="384175" cy="828675"/>
              </a:xfrm>
              <a:custGeom>
                <a:avLst/>
                <a:gdLst>
                  <a:gd name="T0" fmla="*/ 319287396 w 172"/>
                  <a:gd name="T1" fmla="*/ 204553175 h 371"/>
                  <a:gd name="T2" fmla="*/ 279375634 w 172"/>
                  <a:gd name="T3" fmla="*/ 219520698 h 371"/>
                  <a:gd name="T4" fmla="*/ 279375634 w 172"/>
                  <a:gd name="T5" fmla="*/ 294356081 h 371"/>
                  <a:gd name="T6" fmla="*/ 254431062 w 172"/>
                  <a:gd name="T7" fmla="*/ 1007793883 h 371"/>
                  <a:gd name="T8" fmla="*/ 643562366 w 172"/>
                  <a:gd name="T9" fmla="*/ 1007793883 h 371"/>
                  <a:gd name="T10" fmla="*/ 618617794 w 172"/>
                  <a:gd name="T11" fmla="*/ 299346000 h 371"/>
                  <a:gd name="T12" fmla="*/ 613630219 w 172"/>
                  <a:gd name="T13" fmla="*/ 224508383 h 371"/>
                  <a:gd name="T14" fmla="*/ 444008023 w 172"/>
                  <a:gd name="T15" fmla="*/ 169628209 h 371"/>
                  <a:gd name="T16" fmla="*/ 319287396 w 172"/>
                  <a:gd name="T17" fmla="*/ 204553175 h 371"/>
                  <a:gd name="T18" fmla="*/ 259420869 w 172"/>
                  <a:gd name="T19" fmla="*/ 44902570 h 371"/>
                  <a:gd name="T20" fmla="*/ 444008023 w 172"/>
                  <a:gd name="T21" fmla="*/ 0 h 371"/>
                  <a:gd name="T22" fmla="*/ 778262608 w 172"/>
                  <a:gd name="T23" fmla="*/ 119737953 h 371"/>
                  <a:gd name="T24" fmla="*/ 788239991 w 172"/>
                  <a:gd name="T25" fmla="*/ 384158988 h 371"/>
                  <a:gd name="T26" fmla="*/ 753318036 w 172"/>
                  <a:gd name="T27" fmla="*/ 588712163 h 371"/>
                  <a:gd name="T28" fmla="*/ 758305611 w 172"/>
                  <a:gd name="T29" fmla="*/ 1177424326 h 371"/>
                  <a:gd name="T30" fmla="*/ 533808929 w 172"/>
                  <a:gd name="T31" fmla="*/ 1177424326 h 371"/>
                  <a:gd name="T32" fmla="*/ 533808929 w 172"/>
                  <a:gd name="T33" fmla="*/ 1686308952 h 371"/>
                  <a:gd name="T34" fmla="*/ 783250183 w 172"/>
                  <a:gd name="T35" fmla="*/ 1686308952 h 371"/>
                  <a:gd name="T36" fmla="*/ 783250183 w 172"/>
                  <a:gd name="T37" fmla="*/ 1850949476 h 371"/>
                  <a:gd name="T38" fmla="*/ 114743245 w 172"/>
                  <a:gd name="T39" fmla="*/ 1850949476 h 371"/>
                  <a:gd name="T40" fmla="*/ 114743245 w 172"/>
                  <a:gd name="T41" fmla="*/ 1686308952 h 371"/>
                  <a:gd name="T42" fmla="*/ 364186732 w 172"/>
                  <a:gd name="T43" fmla="*/ 1686308952 h 371"/>
                  <a:gd name="T44" fmla="*/ 364186732 w 172"/>
                  <a:gd name="T45" fmla="*/ 1177424326 h 371"/>
                  <a:gd name="T46" fmla="*/ 139687817 w 172"/>
                  <a:gd name="T47" fmla="*/ 1177424326 h 371"/>
                  <a:gd name="T48" fmla="*/ 174609771 w 172"/>
                  <a:gd name="T49" fmla="*/ 508886861 h 371"/>
                  <a:gd name="T50" fmla="*/ 109755670 w 172"/>
                  <a:gd name="T51" fmla="*/ 374181384 h 371"/>
                  <a:gd name="T52" fmla="*/ 114743245 w 172"/>
                  <a:gd name="T53" fmla="*/ 109760349 h 371"/>
                  <a:gd name="T54" fmla="*/ 259420869 w 172"/>
                  <a:gd name="T55" fmla="*/ 44902570 h 371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172" h="371">
                    <a:moveTo>
                      <a:pt x="64" y="41"/>
                    </a:moveTo>
                    <a:cubicBezTo>
                      <a:pt x="61" y="42"/>
                      <a:pt x="59" y="43"/>
                      <a:pt x="56" y="44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102" y="101"/>
                      <a:pt x="31" y="141"/>
                      <a:pt x="51" y="202"/>
                    </a:cubicBezTo>
                    <a:cubicBezTo>
                      <a:pt x="129" y="202"/>
                      <a:pt x="129" y="202"/>
                      <a:pt x="129" y="202"/>
                    </a:cubicBezTo>
                    <a:cubicBezTo>
                      <a:pt x="147" y="142"/>
                      <a:pt x="79" y="100"/>
                      <a:pt x="124" y="60"/>
                    </a:cubicBezTo>
                    <a:cubicBezTo>
                      <a:pt x="123" y="45"/>
                      <a:pt x="123" y="45"/>
                      <a:pt x="123" y="45"/>
                    </a:cubicBezTo>
                    <a:cubicBezTo>
                      <a:pt x="114" y="41"/>
                      <a:pt x="99" y="34"/>
                      <a:pt x="89" y="34"/>
                    </a:cubicBezTo>
                    <a:cubicBezTo>
                      <a:pt x="83" y="34"/>
                      <a:pt x="74" y="37"/>
                      <a:pt x="64" y="41"/>
                    </a:cubicBezTo>
                    <a:moveTo>
                      <a:pt x="52" y="9"/>
                    </a:moveTo>
                    <a:cubicBezTo>
                      <a:pt x="62" y="5"/>
                      <a:pt x="77" y="0"/>
                      <a:pt x="89" y="0"/>
                    </a:cubicBezTo>
                    <a:cubicBezTo>
                      <a:pt x="111" y="0"/>
                      <a:pt x="138" y="14"/>
                      <a:pt x="156" y="24"/>
                    </a:cubicBezTo>
                    <a:cubicBezTo>
                      <a:pt x="158" y="77"/>
                      <a:pt x="158" y="77"/>
                      <a:pt x="158" y="77"/>
                    </a:cubicBezTo>
                    <a:cubicBezTo>
                      <a:pt x="135" y="92"/>
                      <a:pt x="140" y="95"/>
                      <a:pt x="151" y="118"/>
                    </a:cubicBezTo>
                    <a:cubicBezTo>
                      <a:pt x="170" y="162"/>
                      <a:pt x="172" y="189"/>
                      <a:pt x="152" y="236"/>
                    </a:cubicBezTo>
                    <a:cubicBezTo>
                      <a:pt x="107" y="236"/>
                      <a:pt x="107" y="236"/>
                      <a:pt x="107" y="236"/>
                    </a:cubicBezTo>
                    <a:cubicBezTo>
                      <a:pt x="107" y="338"/>
                      <a:pt x="107" y="338"/>
                      <a:pt x="107" y="338"/>
                    </a:cubicBezTo>
                    <a:cubicBezTo>
                      <a:pt x="157" y="338"/>
                      <a:pt x="157" y="338"/>
                      <a:pt x="157" y="338"/>
                    </a:cubicBezTo>
                    <a:cubicBezTo>
                      <a:pt x="157" y="371"/>
                      <a:pt x="157" y="371"/>
                      <a:pt x="157" y="371"/>
                    </a:cubicBezTo>
                    <a:cubicBezTo>
                      <a:pt x="23" y="371"/>
                      <a:pt x="23" y="371"/>
                      <a:pt x="23" y="371"/>
                    </a:cubicBezTo>
                    <a:cubicBezTo>
                      <a:pt x="23" y="338"/>
                      <a:pt x="23" y="338"/>
                      <a:pt x="23" y="338"/>
                    </a:cubicBezTo>
                    <a:cubicBezTo>
                      <a:pt x="73" y="338"/>
                      <a:pt x="73" y="338"/>
                      <a:pt x="73" y="338"/>
                    </a:cubicBezTo>
                    <a:cubicBezTo>
                      <a:pt x="73" y="236"/>
                      <a:pt x="73" y="236"/>
                      <a:pt x="73" y="236"/>
                    </a:cubicBezTo>
                    <a:cubicBezTo>
                      <a:pt x="28" y="236"/>
                      <a:pt x="28" y="236"/>
                      <a:pt x="28" y="236"/>
                    </a:cubicBezTo>
                    <a:cubicBezTo>
                      <a:pt x="0" y="173"/>
                      <a:pt x="15" y="157"/>
                      <a:pt x="35" y="102"/>
                    </a:cubicBezTo>
                    <a:cubicBezTo>
                      <a:pt x="41" y="86"/>
                      <a:pt x="36" y="85"/>
                      <a:pt x="22" y="75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41" y="13"/>
                      <a:pt x="52" y="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r-Latn-CS"/>
              </a:p>
            </p:txBody>
          </p:sp>
          <p:sp>
            <p:nvSpPr>
              <p:cNvPr id="15" name="Freeform 27">
                <a:extLst>
                  <a:ext uri="{FF2B5EF4-FFF2-40B4-BE49-F238E27FC236}">
                    <a16:creationId xmlns:a16="http://schemas.microsoft.com/office/drawing/2014/main" id="{6FA57ECC-3CC6-475E-8830-82340EEB2A85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2744787" y="2214562"/>
                <a:ext cx="788988" cy="825500"/>
              </a:xfrm>
              <a:custGeom>
                <a:avLst/>
                <a:gdLst>
                  <a:gd name="T0" fmla="*/ 809293824 w 353"/>
                  <a:gd name="T1" fmla="*/ 680643766 h 369"/>
                  <a:gd name="T2" fmla="*/ 954168114 w 353"/>
                  <a:gd name="T3" fmla="*/ 680643766 h 369"/>
                  <a:gd name="T4" fmla="*/ 884229804 w 353"/>
                  <a:gd name="T5" fmla="*/ 480454423 h 369"/>
                  <a:gd name="T6" fmla="*/ 884229804 w 353"/>
                  <a:gd name="T7" fmla="*/ 880833108 h 369"/>
                  <a:gd name="T8" fmla="*/ 884229804 w 353"/>
                  <a:gd name="T9" fmla="*/ 480454423 h 369"/>
                  <a:gd name="T10" fmla="*/ 1358813908 w 353"/>
                  <a:gd name="T11" fmla="*/ 680643766 h 369"/>
                  <a:gd name="T12" fmla="*/ 1503688198 w 353"/>
                  <a:gd name="T13" fmla="*/ 680643766 h 369"/>
                  <a:gd name="T14" fmla="*/ 1428754454 w 353"/>
                  <a:gd name="T15" fmla="*/ 480454423 h 369"/>
                  <a:gd name="T16" fmla="*/ 1428754454 w 353"/>
                  <a:gd name="T17" fmla="*/ 880833108 h 369"/>
                  <a:gd name="T18" fmla="*/ 1428754454 w 353"/>
                  <a:gd name="T19" fmla="*/ 480454423 h 369"/>
                  <a:gd name="T20" fmla="*/ 259773740 w 353"/>
                  <a:gd name="T21" fmla="*/ 680643766 h 369"/>
                  <a:gd name="T22" fmla="*/ 409643464 w 353"/>
                  <a:gd name="T23" fmla="*/ 680643766 h 369"/>
                  <a:gd name="T24" fmla="*/ 334707484 w 353"/>
                  <a:gd name="T25" fmla="*/ 480454423 h 369"/>
                  <a:gd name="T26" fmla="*/ 334707484 w 353"/>
                  <a:gd name="T27" fmla="*/ 880833108 h 369"/>
                  <a:gd name="T28" fmla="*/ 334707484 w 353"/>
                  <a:gd name="T29" fmla="*/ 480454423 h 369"/>
                  <a:gd name="T30" fmla="*/ 1084053866 w 353"/>
                  <a:gd name="T31" fmla="*/ 200189343 h 369"/>
                  <a:gd name="T32" fmla="*/ 1228928156 w 353"/>
                  <a:gd name="T33" fmla="*/ 200189343 h 369"/>
                  <a:gd name="T34" fmla="*/ 1153994412 w 353"/>
                  <a:gd name="T35" fmla="*/ 0 h 369"/>
                  <a:gd name="T36" fmla="*/ 1153994412 w 353"/>
                  <a:gd name="T37" fmla="*/ 400378686 h 369"/>
                  <a:gd name="T38" fmla="*/ 1153994412 w 353"/>
                  <a:gd name="T39" fmla="*/ 0 h 369"/>
                  <a:gd name="T40" fmla="*/ 534533782 w 353"/>
                  <a:gd name="T41" fmla="*/ 200189343 h 369"/>
                  <a:gd name="T42" fmla="*/ 679408072 w 353"/>
                  <a:gd name="T43" fmla="*/ 200189343 h 369"/>
                  <a:gd name="T44" fmla="*/ 609467526 w 353"/>
                  <a:gd name="T45" fmla="*/ 0 h 369"/>
                  <a:gd name="T46" fmla="*/ 609467526 w 353"/>
                  <a:gd name="T47" fmla="*/ 400378686 h 369"/>
                  <a:gd name="T48" fmla="*/ 609467526 w 353"/>
                  <a:gd name="T49" fmla="*/ 0 h 369"/>
                  <a:gd name="T50" fmla="*/ 129885753 w 353"/>
                  <a:gd name="T51" fmla="*/ 1161100425 h 369"/>
                  <a:gd name="T52" fmla="*/ 539529216 w 353"/>
                  <a:gd name="T53" fmla="*/ 1161100425 h 369"/>
                  <a:gd name="T54" fmla="*/ 674412638 w 353"/>
                  <a:gd name="T55" fmla="*/ 1316245209 h 369"/>
                  <a:gd name="T56" fmla="*/ 884229804 w 353"/>
                  <a:gd name="T57" fmla="*/ 955904392 h 369"/>
                  <a:gd name="T58" fmla="*/ 1089049300 w 353"/>
                  <a:gd name="T59" fmla="*/ 1316245209 h 369"/>
                  <a:gd name="T60" fmla="*/ 1223932722 w 353"/>
                  <a:gd name="T61" fmla="*/ 1161100425 h 369"/>
                  <a:gd name="T62" fmla="*/ 1633576186 w 353"/>
                  <a:gd name="T63" fmla="*/ 1161100425 h 369"/>
                  <a:gd name="T64" fmla="*/ 1763461938 w 353"/>
                  <a:gd name="T65" fmla="*/ 1756664000 h 369"/>
                  <a:gd name="T66" fmla="*/ 884229804 w 353"/>
                  <a:gd name="T67" fmla="*/ 1436361051 h 369"/>
                  <a:gd name="T68" fmla="*/ 0 w 353"/>
                  <a:gd name="T69" fmla="*/ 1756664000 h 369"/>
                  <a:gd name="T70" fmla="*/ 264769174 w 353"/>
                  <a:gd name="T71" fmla="*/ 1501421190 h 369"/>
                  <a:gd name="T72" fmla="*/ 404648030 w 353"/>
                  <a:gd name="T73" fmla="*/ 1161100425 h 369"/>
                  <a:gd name="T74" fmla="*/ 264769174 w 353"/>
                  <a:gd name="T75" fmla="*/ 1161100425 h 369"/>
                  <a:gd name="T76" fmla="*/ 814289258 w 353"/>
                  <a:gd name="T77" fmla="*/ 1296227393 h 369"/>
                  <a:gd name="T78" fmla="*/ 949172680 w 353"/>
                  <a:gd name="T79" fmla="*/ 1301231847 h 369"/>
                  <a:gd name="T80" fmla="*/ 884229804 w 353"/>
                  <a:gd name="T81" fmla="*/ 1091033596 h 369"/>
                  <a:gd name="T82" fmla="*/ 814289258 w 353"/>
                  <a:gd name="T83" fmla="*/ 1296227393 h 369"/>
                  <a:gd name="T84" fmla="*/ 1498692764 w 353"/>
                  <a:gd name="T85" fmla="*/ 1501421190 h 369"/>
                  <a:gd name="T86" fmla="*/ 1428754454 w 353"/>
                  <a:gd name="T87" fmla="*/ 1091033596 h 369"/>
                  <a:gd name="T88" fmla="*/ 1358813908 w 353"/>
                  <a:gd name="T89" fmla="*/ 1416340999 h 36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353" h="369">
                    <a:moveTo>
                      <a:pt x="177" y="121"/>
                    </a:moveTo>
                    <a:cubicBezTo>
                      <a:pt x="169" y="121"/>
                      <a:pt x="162" y="128"/>
                      <a:pt x="162" y="136"/>
                    </a:cubicBezTo>
                    <a:cubicBezTo>
                      <a:pt x="162" y="144"/>
                      <a:pt x="169" y="150"/>
                      <a:pt x="177" y="150"/>
                    </a:cubicBezTo>
                    <a:cubicBezTo>
                      <a:pt x="185" y="150"/>
                      <a:pt x="191" y="144"/>
                      <a:pt x="191" y="136"/>
                    </a:cubicBezTo>
                    <a:cubicBezTo>
                      <a:pt x="191" y="128"/>
                      <a:pt x="185" y="121"/>
                      <a:pt x="177" y="121"/>
                    </a:cubicBezTo>
                    <a:moveTo>
                      <a:pt x="177" y="96"/>
                    </a:moveTo>
                    <a:cubicBezTo>
                      <a:pt x="199" y="96"/>
                      <a:pt x="217" y="114"/>
                      <a:pt x="217" y="136"/>
                    </a:cubicBezTo>
                    <a:cubicBezTo>
                      <a:pt x="217" y="158"/>
                      <a:pt x="199" y="176"/>
                      <a:pt x="177" y="176"/>
                    </a:cubicBezTo>
                    <a:cubicBezTo>
                      <a:pt x="154" y="176"/>
                      <a:pt x="136" y="158"/>
                      <a:pt x="136" y="136"/>
                    </a:cubicBezTo>
                    <a:cubicBezTo>
                      <a:pt x="136" y="114"/>
                      <a:pt x="154" y="96"/>
                      <a:pt x="177" y="96"/>
                    </a:cubicBezTo>
                    <a:moveTo>
                      <a:pt x="286" y="121"/>
                    </a:moveTo>
                    <a:cubicBezTo>
                      <a:pt x="278" y="121"/>
                      <a:pt x="272" y="128"/>
                      <a:pt x="272" y="136"/>
                    </a:cubicBezTo>
                    <a:cubicBezTo>
                      <a:pt x="272" y="144"/>
                      <a:pt x="278" y="150"/>
                      <a:pt x="286" y="150"/>
                    </a:cubicBezTo>
                    <a:cubicBezTo>
                      <a:pt x="294" y="150"/>
                      <a:pt x="301" y="144"/>
                      <a:pt x="301" y="136"/>
                    </a:cubicBezTo>
                    <a:cubicBezTo>
                      <a:pt x="301" y="128"/>
                      <a:pt x="294" y="121"/>
                      <a:pt x="286" y="121"/>
                    </a:cubicBezTo>
                    <a:moveTo>
                      <a:pt x="286" y="96"/>
                    </a:moveTo>
                    <a:cubicBezTo>
                      <a:pt x="308" y="96"/>
                      <a:pt x="326" y="114"/>
                      <a:pt x="326" y="136"/>
                    </a:cubicBezTo>
                    <a:cubicBezTo>
                      <a:pt x="326" y="158"/>
                      <a:pt x="308" y="176"/>
                      <a:pt x="286" y="176"/>
                    </a:cubicBezTo>
                    <a:cubicBezTo>
                      <a:pt x="264" y="176"/>
                      <a:pt x="246" y="158"/>
                      <a:pt x="246" y="136"/>
                    </a:cubicBezTo>
                    <a:cubicBezTo>
                      <a:pt x="246" y="114"/>
                      <a:pt x="264" y="96"/>
                      <a:pt x="286" y="96"/>
                    </a:cubicBezTo>
                    <a:moveTo>
                      <a:pt x="67" y="121"/>
                    </a:moveTo>
                    <a:cubicBezTo>
                      <a:pt x="59" y="121"/>
                      <a:pt x="52" y="128"/>
                      <a:pt x="52" y="136"/>
                    </a:cubicBezTo>
                    <a:cubicBezTo>
                      <a:pt x="52" y="144"/>
                      <a:pt x="59" y="150"/>
                      <a:pt x="67" y="150"/>
                    </a:cubicBezTo>
                    <a:cubicBezTo>
                      <a:pt x="75" y="150"/>
                      <a:pt x="82" y="144"/>
                      <a:pt x="82" y="136"/>
                    </a:cubicBezTo>
                    <a:cubicBezTo>
                      <a:pt x="82" y="128"/>
                      <a:pt x="75" y="121"/>
                      <a:pt x="67" y="121"/>
                    </a:cubicBezTo>
                    <a:moveTo>
                      <a:pt x="67" y="96"/>
                    </a:moveTo>
                    <a:cubicBezTo>
                      <a:pt x="89" y="96"/>
                      <a:pt x="107" y="114"/>
                      <a:pt x="107" y="136"/>
                    </a:cubicBezTo>
                    <a:cubicBezTo>
                      <a:pt x="107" y="158"/>
                      <a:pt x="89" y="176"/>
                      <a:pt x="67" y="176"/>
                    </a:cubicBezTo>
                    <a:cubicBezTo>
                      <a:pt x="45" y="176"/>
                      <a:pt x="27" y="158"/>
                      <a:pt x="27" y="136"/>
                    </a:cubicBezTo>
                    <a:cubicBezTo>
                      <a:pt x="27" y="114"/>
                      <a:pt x="45" y="96"/>
                      <a:pt x="67" y="96"/>
                    </a:cubicBezTo>
                    <a:moveTo>
                      <a:pt x="231" y="25"/>
                    </a:moveTo>
                    <a:cubicBezTo>
                      <a:pt x="223" y="25"/>
                      <a:pt x="217" y="32"/>
                      <a:pt x="217" y="40"/>
                    </a:cubicBezTo>
                    <a:cubicBezTo>
                      <a:pt x="217" y="48"/>
                      <a:pt x="223" y="55"/>
                      <a:pt x="231" y="55"/>
                    </a:cubicBezTo>
                    <a:cubicBezTo>
                      <a:pt x="239" y="55"/>
                      <a:pt x="246" y="48"/>
                      <a:pt x="246" y="40"/>
                    </a:cubicBezTo>
                    <a:cubicBezTo>
                      <a:pt x="246" y="32"/>
                      <a:pt x="239" y="25"/>
                      <a:pt x="231" y="25"/>
                    </a:cubicBezTo>
                    <a:moveTo>
                      <a:pt x="231" y="0"/>
                    </a:moveTo>
                    <a:cubicBezTo>
                      <a:pt x="254" y="0"/>
                      <a:pt x="272" y="18"/>
                      <a:pt x="272" y="40"/>
                    </a:cubicBezTo>
                    <a:cubicBezTo>
                      <a:pt x="272" y="62"/>
                      <a:pt x="254" y="80"/>
                      <a:pt x="231" y="80"/>
                    </a:cubicBezTo>
                    <a:cubicBezTo>
                      <a:pt x="209" y="80"/>
                      <a:pt x="191" y="62"/>
                      <a:pt x="191" y="40"/>
                    </a:cubicBezTo>
                    <a:cubicBezTo>
                      <a:pt x="191" y="18"/>
                      <a:pt x="209" y="0"/>
                      <a:pt x="231" y="0"/>
                    </a:cubicBezTo>
                    <a:moveTo>
                      <a:pt x="122" y="25"/>
                    </a:moveTo>
                    <a:cubicBezTo>
                      <a:pt x="114" y="25"/>
                      <a:pt x="107" y="32"/>
                      <a:pt x="107" y="40"/>
                    </a:cubicBezTo>
                    <a:cubicBezTo>
                      <a:pt x="107" y="48"/>
                      <a:pt x="114" y="55"/>
                      <a:pt x="122" y="55"/>
                    </a:cubicBezTo>
                    <a:cubicBezTo>
                      <a:pt x="130" y="55"/>
                      <a:pt x="136" y="48"/>
                      <a:pt x="136" y="40"/>
                    </a:cubicBezTo>
                    <a:cubicBezTo>
                      <a:pt x="136" y="32"/>
                      <a:pt x="130" y="25"/>
                      <a:pt x="122" y="25"/>
                    </a:cubicBezTo>
                    <a:moveTo>
                      <a:pt x="122" y="0"/>
                    </a:moveTo>
                    <a:cubicBezTo>
                      <a:pt x="144" y="0"/>
                      <a:pt x="162" y="18"/>
                      <a:pt x="162" y="40"/>
                    </a:cubicBezTo>
                    <a:cubicBezTo>
                      <a:pt x="162" y="62"/>
                      <a:pt x="144" y="80"/>
                      <a:pt x="122" y="80"/>
                    </a:cubicBezTo>
                    <a:cubicBezTo>
                      <a:pt x="100" y="80"/>
                      <a:pt x="82" y="62"/>
                      <a:pt x="82" y="40"/>
                    </a:cubicBezTo>
                    <a:cubicBezTo>
                      <a:pt x="82" y="18"/>
                      <a:pt x="100" y="0"/>
                      <a:pt x="122" y="0"/>
                    </a:cubicBezTo>
                    <a:moveTo>
                      <a:pt x="26" y="323"/>
                    </a:moveTo>
                    <a:cubicBezTo>
                      <a:pt x="26" y="232"/>
                      <a:pt x="26" y="232"/>
                      <a:pt x="26" y="232"/>
                    </a:cubicBezTo>
                    <a:cubicBezTo>
                      <a:pt x="26" y="209"/>
                      <a:pt x="44" y="191"/>
                      <a:pt x="67" y="191"/>
                    </a:cubicBezTo>
                    <a:cubicBezTo>
                      <a:pt x="90" y="191"/>
                      <a:pt x="108" y="209"/>
                      <a:pt x="108" y="232"/>
                    </a:cubicBezTo>
                    <a:cubicBezTo>
                      <a:pt x="108" y="270"/>
                      <a:pt x="108" y="270"/>
                      <a:pt x="108" y="270"/>
                    </a:cubicBezTo>
                    <a:cubicBezTo>
                      <a:pt x="117" y="267"/>
                      <a:pt x="126" y="265"/>
                      <a:pt x="135" y="263"/>
                    </a:cubicBezTo>
                    <a:cubicBezTo>
                      <a:pt x="135" y="232"/>
                      <a:pt x="135" y="232"/>
                      <a:pt x="135" y="232"/>
                    </a:cubicBezTo>
                    <a:cubicBezTo>
                      <a:pt x="135" y="209"/>
                      <a:pt x="154" y="191"/>
                      <a:pt x="177" y="191"/>
                    </a:cubicBezTo>
                    <a:cubicBezTo>
                      <a:pt x="199" y="191"/>
                      <a:pt x="218" y="209"/>
                      <a:pt x="218" y="232"/>
                    </a:cubicBezTo>
                    <a:cubicBezTo>
                      <a:pt x="218" y="263"/>
                      <a:pt x="218" y="263"/>
                      <a:pt x="218" y="263"/>
                    </a:cubicBezTo>
                    <a:cubicBezTo>
                      <a:pt x="227" y="265"/>
                      <a:pt x="236" y="268"/>
                      <a:pt x="245" y="271"/>
                    </a:cubicBezTo>
                    <a:cubicBezTo>
                      <a:pt x="245" y="232"/>
                      <a:pt x="245" y="232"/>
                      <a:pt x="245" y="232"/>
                    </a:cubicBezTo>
                    <a:cubicBezTo>
                      <a:pt x="245" y="209"/>
                      <a:pt x="263" y="191"/>
                      <a:pt x="286" y="191"/>
                    </a:cubicBezTo>
                    <a:cubicBezTo>
                      <a:pt x="309" y="191"/>
                      <a:pt x="327" y="209"/>
                      <a:pt x="327" y="232"/>
                    </a:cubicBezTo>
                    <a:cubicBezTo>
                      <a:pt x="327" y="323"/>
                      <a:pt x="327" y="323"/>
                      <a:pt x="327" y="323"/>
                    </a:cubicBezTo>
                    <a:cubicBezTo>
                      <a:pt x="333" y="329"/>
                      <a:pt x="348" y="345"/>
                      <a:pt x="353" y="351"/>
                    </a:cubicBezTo>
                    <a:cubicBezTo>
                      <a:pt x="333" y="369"/>
                      <a:pt x="333" y="369"/>
                      <a:pt x="333" y="369"/>
                    </a:cubicBezTo>
                    <a:cubicBezTo>
                      <a:pt x="286" y="315"/>
                      <a:pt x="232" y="287"/>
                      <a:pt x="177" y="287"/>
                    </a:cubicBezTo>
                    <a:cubicBezTo>
                      <a:pt x="121" y="287"/>
                      <a:pt x="67" y="315"/>
                      <a:pt x="20" y="369"/>
                    </a:cubicBezTo>
                    <a:cubicBezTo>
                      <a:pt x="0" y="351"/>
                      <a:pt x="0" y="351"/>
                      <a:pt x="0" y="351"/>
                    </a:cubicBezTo>
                    <a:cubicBezTo>
                      <a:pt x="0" y="351"/>
                      <a:pt x="15" y="333"/>
                      <a:pt x="26" y="323"/>
                    </a:cubicBezTo>
                    <a:moveTo>
                      <a:pt x="53" y="300"/>
                    </a:moveTo>
                    <a:cubicBezTo>
                      <a:pt x="62" y="293"/>
                      <a:pt x="71" y="287"/>
                      <a:pt x="81" y="282"/>
                    </a:cubicBezTo>
                    <a:cubicBezTo>
                      <a:pt x="81" y="232"/>
                      <a:pt x="81" y="232"/>
                      <a:pt x="81" y="232"/>
                    </a:cubicBezTo>
                    <a:cubicBezTo>
                      <a:pt x="81" y="224"/>
                      <a:pt x="75" y="218"/>
                      <a:pt x="67" y="218"/>
                    </a:cubicBezTo>
                    <a:cubicBezTo>
                      <a:pt x="59" y="218"/>
                      <a:pt x="53" y="224"/>
                      <a:pt x="53" y="232"/>
                    </a:cubicBezTo>
                    <a:lnTo>
                      <a:pt x="53" y="300"/>
                    </a:lnTo>
                    <a:close/>
                    <a:moveTo>
                      <a:pt x="163" y="259"/>
                    </a:moveTo>
                    <a:cubicBezTo>
                      <a:pt x="167" y="259"/>
                      <a:pt x="172" y="259"/>
                      <a:pt x="177" y="259"/>
                    </a:cubicBezTo>
                    <a:cubicBezTo>
                      <a:pt x="181" y="259"/>
                      <a:pt x="186" y="259"/>
                      <a:pt x="190" y="260"/>
                    </a:cubicBezTo>
                    <a:cubicBezTo>
                      <a:pt x="190" y="232"/>
                      <a:pt x="190" y="232"/>
                      <a:pt x="190" y="232"/>
                    </a:cubicBezTo>
                    <a:cubicBezTo>
                      <a:pt x="190" y="224"/>
                      <a:pt x="184" y="218"/>
                      <a:pt x="177" y="218"/>
                    </a:cubicBezTo>
                    <a:cubicBezTo>
                      <a:pt x="169" y="218"/>
                      <a:pt x="163" y="224"/>
                      <a:pt x="163" y="232"/>
                    </a:cubicBezTo>
                    <a:lnTo>
                      <a:pt x="163" y="259"/>
                    </a:lnTo>
                    <a:close/>
                    <a:moveTo>
                      <a:pt x="272" y="283"/>
                    </a:moveTo>
                    <a:cubicBezTo>
                      <a:pt x="282" y="288"/>
                      <a:pt x="291" y="294"/>
                      <a:pt x="300" y="300"/>
                    </a:cubicBezTo>
                    <a:cubicBezTo>
                      <a:pt x="300" y="232"/>
                      <a:pt x="300" y="232"/>
                      <a:pt x="300" y="232"/>
                    </a:cubicBezTo>
                    <a:cubicBezTo>
                      <a:pt x="300" y="224"/>
                      <a:pt x="294" y="218"/>
                      <a:pt x="286" y="218"/>
                    </a:cubicBezTo>
                    <a:cubicBezTo>
                      <a:pt x="279" y="218"/>
                      <a:pt x="272" y="224"/>
                      <a:pt x="272" y="232"/>
                    </a:cubicBezTo>
                    <a:lnTo>
                      <a:pt x="272" y="2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r-Latn-CS"/>
              </a:p>
            </p:txBody>
          </p:sp>
          <p:grpSp>
            <p:nvGrpSpPr>
              <p:cNvPr id="16" name="Gruppieren 39">
                <a:extLst>
                  <a:ext uri="{FF2B5EF4-FFF2-40B4-BE49-F238E27FC236}">
                    <a16:creationId xmlns:a16="http://schemas.microsoft.com/office/drawing/2014/main" id="{19A24B70-5BB4-4A0D-9299-AEC4825E72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75162" y="2154237"/>
                <a:ext cx="639763" cy="885825"/>
                <a:chOff x="5356225" y="3009901"/>
                <a:chExt cx="639763" cy="885825"/>
              </a:xfrm>
              <a:grpFill/>
            </p:grpSpPr>
            <p:sp>
              <p:nvSpPr>
                <p:cNvPr id="24" name="Freeform 28">
                  <a:extLst>
                    <a:ext uri="{FF2B5EF4-FFF2-40B4-BE49-F238E27FC236}">
                      <a16:creationId xmlns:a16="http://schemas.microsoft.com/office/drawing/2014/main" id="{94F91BFA-D3A3-4FA6-9172-30ED0F2196E0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5430838" y="3009901"/>
                  <a:ext cx="565150" cy="885825"/>
                </a:xfrm>
                <a:custGeom>
                  <a:avLst/>
                  <a:gdLst>
                    <a:gd name="T0" fmla="*/ 813342436 w 253"/>
                    <a:gd name="T1" fmla="*/ 1981530128 h 396"/>
                    <a:gd name="T2" fmla="*/ 0 w 253"/>
                    <a:gd name="T3" fmla="*/ 1981530128 h 396"/>
                    <a:gd name="T4" fmla="*/ 0 w 253"/>
                    <a:gd name="T5" fmla="*/ 1821406074 h 396"/>
                    <a:gd name="T6" fmla="*/ 324340255 w 253"/>
                    <a:gd name="T7" fmla="*/ 1821406074 h 396"/>
                    <a:gd name="T8" fmla="*/ 324340255 w 253"/>
                    <a:gd name="T9" fmla="*/ 1651276225 h 396"/>
                    <a:gd name="T10" fmla="*/ 79838048 w 253"/>
                    <a:gd name="T11" fmla="*/ 1591228027 h 396"/>
                    <a:gd name="T12" fmla="*/ 139714909 w 253"/>
                    <a:gd name="T13" fmla="*/ 1441112007 h 396"/>
                    <a:gd name="T14" fmla="*/ 409166366 w 253"/>
                    <a:gd name="T15" fmla="*/ 1491152172 h 396"/>
                    <a:gd name="T16" fmla="*/ 1102755080 w 253"/>
                    <a:gd name="T17" fmla="*/ 795614014 h 396"/>
                    <a:gd name="T18" fmla="*/ 673627527 w 253"/>
                    <a:gd name="T19" fmla="*/ 155120037 h 396"/>
                    <a:gd name="T20" fmla="*/ 733506621 w 253"/>
                    <a:gd name="T21" fmla="*/ 0 h 396"/>
                    <a:gd name="T22" fmla="*/ 1262428943 w 253"/>
                    <a:gd name="T23" fmla="*/ 795614014 h 396"/>
                    <a:gd name="T24" fmla="*/ 489004414 w 253"/>
                    <a:gd name="T25" fmla="*/ 1651276225 h 396"/>
                    <a:gd name="T26" fmla="*/ 489004414 w 253"/>
                    <a:gd name="T27" fmla="*/ 1821406074 h 396"/>
                    <a:gd name="T28" fmla="*/ 813342436 w 253"/>
                    <a:gd name="T29" fmla="*/ 1821406074 h 396"/>
                    <a:gd name="T30" fmla="*/ 813342436 w 253"/>
                    <a:gd name="T31" fmla="*/ 1981530128 h 39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3" h="396">
                      <a:moveTo>
                        <a:pt x="163" y="396"/>
                      </a:moveTo>
                      <a:cubicBezTo>
                        <a:pt x="0" y="396"/>
                        <a:pt x="0" y="396"/>
                        <a:pt x="0" y="396"/>
                      </a:cubicBezTo>
                      <a:cubicBezTo>
                        <a:pt x="0" y="364"/>
                        <a:pt x="0" y="364"/>
                        <a:pt x="0" y="364"/>
                      </a:cubicBezTo>
                      <a:cubicBezTo>
                        <a:pt x="65" y="364"/>
                        <a:pt x="65" y="364"/>
                        <a:pt x="65" y="364"/>
                      </a:cubicBezTo>
                      <a:cubicBezTo>
                        <a:pt x="65" y="330"/>
                        <a:pt x="65" y="330"/>
                        <a:pt x="65" y="330"/>
                      </a:cubicBezTo>
                      <a:cubicBezTo>
                        <a:pt x="48" y="328"/>
                        <a:pt x="31" y="324"/>
                        <a:pt x="16" y="318"/>
                      </a:cubicBezTo>
                      <a:cubicBezTo>
                        <a:pt x="28" y="288"/>
                        <a:pt x="28" y="288"/>
                        <a:pt x="28" y="288"/>
                      </a:cubicBezTo>
                      <a:cubicBezTo>
                        <a:pt x="45" y="294"/>
                        <a:pt x="63" y="298"/>
                        <a:pt x="82" y="298"/>
                      </a:cubicBezTo>
                      <a:cubicBezTo>
                        <a:pt x="158" y="298"/>
                        <a:pt x="221" y="236"/>
                        <a:pt x="221" y="159"/>
                      </a:cubicBezTo>
                      <a:cubicBezTo>
                        <a:pt x="221" y="101"/>
                        <a:pt x="185" y="51"/>
                        <a:pt x="135" y="31"/>
                      </a:cubicBezTo>
                      <a:cubicBezTo>
                        <a:pt x="147" y="0"/>
                        <a:pt x="147" y="0"/>
                        <a:pt x="147" y="0"/>
                      </a:cubicBezTo>
                      <a:cubicBezTo>
                        <a:pt x="210" y="26"/>
                        <a:pt x="253" y="87"/>
                        <a:pt x="253" y="159"/>
                      </a:cubicBezTo>
                      <a:cubicBezTo>
                        <a:pt x="253" y="248"/>
                        <a:pt x="185" y="322"/>
                        <a:pt x="98" y="330"/>
                      </a:cubicBezTo>
                      <a:cubicBezTo>
                        <a:pt x="98" y="364"/>
                        <a:pt x="98" y="364"/>
                        <a:pt x="98" y="364"/>
                      </a:cubicBezTo>
                      <a:cubicBezTo>
                        <a:pt x="163" y="364"/>
                        <a:pt x="163" y="364"/>
                        <a:pt x="163" y="364"/>
                      </a:cubicBezTo>
                      <a:lnTo>
                        <a:pt x="163" y="39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sr-Latn-CS"/>
                </a:p>
              </p:txBody>
            </p:sp>
            <p:sp>
              <p:nvSpPr>
                <p:cNvPr id="25" name="Freeform 29">
                  <a:extLst>
                    <a:ext uri="{FF2B5EF4-FFF2-40B4-BE49-F238E27FC236}">
                      <a16:creationId xmlns:a16="http://schemas.microsoft.com/office/drawing/2014/main" id="{8104FF7F-6860-4C92-B287-6AEB1D0013A7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5356225" y="3109913"/>
                  <a:ext cx="512763" cy="512763"/>
                </a:xfrm>
                <a:custGeom>
                  <a:avLst/>
                  <a:gdLst>
                    <a:gd name="T0" fmla="*/ 576580722 w 229"/>
                    <a:gd name="T1" fmla="*/ 160438841 h 229"/>
                    <a:gd name="T2" fmla="*/ 165454514 w 229"/>
                    <a:gd name="T3" fmla="*/ 571567288 h 229"/>
                    <a:gd name="T4" fmla="*/ 576580722 w 229"/>
                    <a:gd name="T5" fmla="*/ 982693496 h 229"/>
                    <a:gd name="T6" fmla="*/ 982693496 w 229"/>
                    <a:gd name="T7" fmla="*/ 571567288 h 229"/>
                    <a:gd name="T8" fmla="*/ 576580722 w 229"/>
                    <a:gd name="T9" fmla="*/ 160438841 h 229"/>
                    <a:gd name="T10" fmla="*/ 576580722 w 229"/>
                    <a:gd name="T11" fmla="*/ 0 h 229"/>
                    <a:gd name="T12" fmla="*/ 1148148009 w 229"/>
                    <a:gd name="T13" fmla="*/ 571567288 h 229"/>
                    <a:gd name="T14" fmla="*/ 576580722 w 229"/>
                    <a:gd name="T15" fmla="*/ 1148148009 h 229"/>
                    <a:gd name="T16" fmla="*/ 0 w 229"/>
                    <a:gd name="T17" fmla="*/ 571567288 h 229"/>
                    <a:gd name="T18" fmla="*/ 576580722 w 229"/>
                    <a:gd name="T19" fmla="*/ 0 h 229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29" h="229">
                      <a:moveTo>
                        <a:pt x="115" y="32"/>
                      </a:moveTo>
                      <a:cubicBezTo>
                        <a:pt x="69" y="32"/>
                        <a:pt x="33" y="69"/>
                        <a:pt x="33" y="114"/>
                      </a:cubicBezTo>
                      <a:cubicBezTo>
                        <a:pt x="33" y="159"/>
                        <a:pt x="69" y="196"/>
                        <a:pt x="115" y="196"/>
                      </a:cubicBezTo>
                      <a:cubicBezTo>
                        <a:pt x="160" y="196"/>
                        <a:pt x="196" y="159"/>
                        <a:pt x="196" y="114"/>
                      </a:cubicBezTo>
                      <a:cubicBezTo>
                        <a:pt x="196" y="69"/>
                        <a:pt x="160" y="32"/>
                        <a:pt x="115" y="32"/>
                      </a:cubicBezTo>
                      <a:moveTo>
                        <a:pt x="115" y="0"/>
                      </a:moveTo>
                      <a:cubicBezTo>
                        <a:pt x="178" y="0"/>
                        <a:pt x="229" y="51"/>
                        <a:pt x="229" y="114"/>
                      </a:cubicBezTo>
                      <a:cubicBezTo>
                        <a:pt x="229" y="177"/>
                        <a:pt x="178" y="229"/>
                        <a:pt x="115" y="229"/>
                      </a:cubicBezTo>
                      <a:cubicBezTo>
                        <a:pt x="51" y="229"/>
                        <a:pt x="0" y="177"/>
                        <a:pt x="0" y="114"/>
                      </a:cubicBezTo>
                      <a:cubicBezTo>
                        <a:pt x="0" y="51"/>
                        <a:pt x="51" y="0"/>
                        <a:pt x="115" y="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sr-Latn-CS"/>
                </a:p>
              </p:txBody>
            </p:sp>
          </p:grpSp>
          <p:grpSp>
            <p:nvGrpSpPr>
              <p:cNvPr id="17" name="Gruppieren 42">
                <a:extLst>
                  <a:ext uri="{FF2B5EF4-FFF2-40B4-BE49-F238E27FC236}">
                    <a16:creationId xmlns:a16="http://schemas.microsoft.com/office/drawing/2014/main" id="{6BCBCFE3-D91C-485C-972A-4B5FC9D611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56312" y="2284412"/>
                <a:ext cx="831850" cy="755650"/>
                <a:chOff x="6937375" y="3140076"/>
                <a:chExt cx="831850" cy="755650"/>
              </a:xfrm>
              <a:grpFill/>
            </p:grpSpPr>
            <p:sp>
              <p:nvSpPr>
                <p:cNvPr id="21" name="Freeform 30">
                  <a:extLst>
                    <a:ext uri="{FF2B5EF4-FFF2-40B4-BE49-F238E27FC236}">
                      <a16:creationId xmlns:a16="http://schemas.microsoft.com/office/drawing/2014/main" id="{638FEBD7-61F5-4D7C-9149-C4CB38974E2D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6937375" y="3140076"/>
                  <a:ext cx="831850" cy="604838"/>
                </a:xfrm>
                <a:custGeom>
                  <a:avLst/>
                  <a:gdLst>
                    <a:gd name="T0" fmla="*/ 255020165 w 372"/>
                    <a:gd name="T1" fmla="*/ 169363567 h 271"/>
                    <a:gd name="T2" fmla="*/ 170012698 w 372"/>
                    <a:gd name="T3" fmla="*/ 254045351 h 271"/>
                    <a:gd name="T4" fmla="*/ 170012698 w 372"/>
                    <a:gd name="T5" fmla="*/ 1095877181 h 271"/>
                    <a:gd name="T6" fmla="*/ 255020165 w 372"/>
                    <a:gd name="T7" fmla="*/ 1180558965 h 271"/>
                    <a:gd name="T8" fmla="*/ 1605126132 w 372"/>
                    <a:gd name="T9" fmla="*/ 1180558965 h 271"/>
                    <a:gd name="T10" fmla="*/ 1690133599 w 372"/>
                    <a:gd name="T11" fmla="*/ 1095877181 h 271"/>
                    <a:gd name="T12" fmla="*/ 1690133599 w 372"/>
                    <a:gd name="T13" fmla="*/ 254045351 h 271"/>
                    <a:gd name="T14" fmla="*/ 1605126132 w 372"/>
                    <a:gd name="T15" fmla="*/ 169363567 h 271"/>
                    <a:gd name="T16" fmla="*/ 255020165 w 372"/>
                    <a:gd name="T17" fmla="*/ 169363567 h 271"/>
                    <a:gd name="T18" fmla="*/ 255020165 w 372"/>
                    <a:gd name="T19" fmla="*/ 0 h 271"/>
                    <a:gd name="T20" fmla="*/ 1605126132 w 372"/>
                    <a:gd name="T21" fmla="*/ 0 h 271"/>
                    <a:gd name="T22" fmla="*/ 1860146297 w 372"/>
                    <a:gd name="T23" fmla="*/ 254045351 h 271"/>
                    <a:gd name="T24" fmla="*/ 1860146297 w 372"/>
                    <a:gd name="T25" fmla="*/ 1095877181 h 271"/>
                    <a:gd name="T26" fmla="*/ 1605126132 w 372"/>
                    <a:gd name="T27" fmla="*/ 1349922532 h 271"/>
                    <a:gd name="T28" fmla="*/ 255020165 w 372"/>
                    <a:gd name="T29" fmla="*/ 1349922532 h 271"/>
                    <a:gd name="T30" fmla="*/ 0 w 372"/>
                    <a:gd name="T31" fmla="*/ 1095877181 h 271"/>
                    <a:gd name="T32" fmla="*/ 0 w 372"/>
                    <a:gd name="T33" fmla="*/ 254045351 h 271"/>
                    <a:gd name="T34" fmla="*/ 255020165 w 372"/>
                    <a:gd name="T35" fmla="*/ 0 h 271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372" h="271">
                      <a:moveTo>
                        <a:pt x="51" y="34"/>
                      </a:moveTo>
                      <a:cubicBezTo>
                        <a:pt x="41" y="34"/>
                        <a:pt x="34" y="41"/>
                        <a:pt x="34" y="51"/>
                      </a:cubicBezTo>
                      <a:cubicBezTo>
                        <a:pt x="34" y="220"/>
                        <a:pt x="34" y="220"/>
                        <a:pt x="34" y="220"/>
                      </a:cubicBezTo>
                      <a:cubicBezTo>
                        <a:pt x="34" y="229"/>
                        <a:pt x="41" y="237"/>
                        <a:pt x="51" y="237"/>
                      </a:cubicBezTo>
                      <a:cubicBezTo>
                        <a:pt x="321" y="237"/>
                        <a:pt x="321" y="237"/>
                        <a:pt x="321" y="237"/>
                      </a:cubicBezTo>
                      <a:cubicBezTo>
                        <a:pt x="331" y="237"/>
                        <a:pt x="338" y="229"/>
                        <a:pt x="338" y="220"/>
                      </a:cubicBezTo>
                      <a:cubicBezTo>
                        <a:pt x="338" y="51"/>
                        <a:pt x="338" y="51"/>
                        <a:pt x="338" y="51"/>
                      </a:cubicBezTo>
                      <a:cubicBezTo>
                        <a:pt x="338" y="41"/>
                        <a:pt x="331" y="34"/>
                        <a:pt x="321" y="34"/>
                      </a:cubicBezTo>
                      <a:lnTo>
                        <a:pt x="51" y="34"/>
                      </a:lnTo>
                      <a:close/>
                      <a:moveTo>
                        <a:pt x="51" y="0"/>
                      </a:moveTo>
                      <a:cubicBezTo>
                        <a:pt x="321" y="0"/>
                        <a:pt x="321" y="0"/>
                        <a:pt x="321" y="0"/>
                      </a:cubicBezTo>
                      <a:cubicBezTo>
                        <a:pt x="349" y="0"/>
                        <a:pt x="372" y="23"/>
                        <a:pt x="372" y="51"/>
                      </a:cubicBezTo>
                      <a:cubicBezTo>
                        <a:pt x="372" y="220"/>
                        <a:pt x="372" y="220"/>
                        <a:pt x="372" y="220"/>
                      </a:cubicBezTo>
                      <a:cubicBezTo>
                        <a:pt x="372" y="248"/>
                        <a:pt x="349" y="271"/>
                        <a:pt x="321" y="271"/>
                      </a:cubicBezTo>
                      <a:cubicBezTo>
                        <a:pt x="51" y="271"/>
                        <a:pt x="51" y="271"/>
                        <a:pt x="51" y="271"/>
                      </a:cubicBezTo>
                      <a:cubicBezTo>
                        <a:pt x="23" y="271"/>
                        <a:pt x="0" y="248"/>
                        <a:pt x="0" y="220"/>
                      </a:cubicBezTo>
                      <a:cubicBezTo>
                        <a:pt x="0" y="51"/>
                        <a:pt x="0" y="51"/>
                        <a:pt x="0" y="51"/>
                      </a:cubicBezTo>
                      <a:cubicBezTo>
                        <a:pt x="0" y="23"/>
                        <a:pt x="23" y="0"/>
                        <a:pt x="51" y="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sr-Latn-CS"/>
                </a:p>
              </p:txBody>
            </p:sp>
            <p:sp>
              <p:nvSpPr>
                <p:cNvPr id="22" name="Rectangle 31">
                  <a:extLst>
                    <a:ext uri="{FF2B5EF4-FFF2-40B4-BE49-F238E27FC236}">
                      <a16:creationId xmlns:a16="http://schemas.microsoft.com/office/drawing/2014/main" id="{CEF25A49-F7D4-401C-90C5-7935464D80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6937375" y="3819526"/>
                  <a:ext cx="831850" cy="76200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de-DE" altLang="de-DE"/>
                </a:p>
              </p:txBody>
            </p:sp>
            <p:sp>
              <p:nvSpPr>
                <p:cNvPr id="23" name="Freeform 32">
                  <a:extLst>
                    <a:ext uri="{FF2B5EF4-FFF2-40B4-BE49-F238E27FC236}">
                      <a16:creationId xmlns:a16="http://schemas.microsoft.com/office/drawing/2014/main" id="{77756F2A-3DD4-4227-8AF8-C0A642402C62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7112000" y="3295651"/>
                  <a:ext cx="528638" cy="295275"/>
                </a:xfrm>
                <a:custGeom>
                  <a:avLst/>
                  <a:gdLst>
                    <a:gd name="T0" fmla="*/ 179110138 w 237"/>
                    <a:gd name="T1" fmla="*/ 500385989 h 132"/>
                    <a:gd name="T2" fmla="*/ 865703834 w 237"/>
                    <a:gd name="T3" fmla="*/ 500385989 h 132"/>
                    <a:gd name="T4" fmla="*/ 746296332 w 237"/>
                    <a:gd name="T5" fmla="*/ 335257919 h 132"/>
                    <a:gd name="T6" fmla="*/ 731369558 w 237"/>
                    <a:gd name="T7" fmla="*/ 345265952 h 132"/>
                    <a:gd name="T8" fmla="*/ 711468679 w 237"/>
                    <a:gd name="T9" fmla="*/ 330256140 h 132"/>
                    <a:gd name="T10" fmla="*/ 716445014 w 237"/>
                    <a:gd name="T11" fmla="*/ 295228024 h 132"/>
                    <a:gd name="T12" fmla="*/ 572160298 w 237"/>
                    <a:gd name="T13" fmla="*/ 160124053 h 132"/>
                    <a:gd name="T14" fmla="*/ 437828252 w 237"/>
                    <a:gd name="T15" fmla="*/ 260199909 h 132"/>
                    <a:gd name="T16" fmla="*/ 432851917 w 237"/>
                    <a:gd name="T17" fmla="*/ 305236057 h 132"/>
                    <a:gd name="T18" fmla="*/ 403000599 w 237"/>
                    <a:gd name="T19" fmla="*/ 315244090 h 132"/>
                    <a:gd name="T20" fmla="*/ 373149281 w 237"/>
                    <a:gd name="T21" fmla="*/ 295228024 h 132"/>
                    <a:gd name="T22" fmla="*/ 159209260 w 237"/>
                    <a:gd name="T23" fmla="*/ 415319946 h 132"/>
                    <a:gd name="T24" fmla="*/ 179110138 w 237"/>
                    <a:gd name="T25" fmla="*/ 500385989 h 132"/>
                    <a:gd name="T26" fmla="*/ 631865165 w 237"/>
                    <a:gd name="T27" fmla="*/ 15012049 h 132"/>
                    <a:gd name="T28" fmla="*/ 835852516 w 237"/>
                    <a:gd name="T29" fmla="*/ 185141899 h 132"/>
                    <a:gd name="T30" fmla="*/ 890581048 w 237"/>
                    <a:gd name="T31" fmla="*/ 660510043 h 132"/>
                    <a:gd name="T32" fmla="*/ 144284716 w 237"/>
                    <a:gd name="T33" fmla="*/ 660510043 h 132"/>
                    <a:gd name="T34" fmla="*/ 0 w 237"/>
                    <a:gd name="T35" fmla="*/ 415319946 h 132"/>
                    <a:gd name="T36" fmla="*/ 358222507 w 237"/>
                    <a:gd name="T37" fmla="*/ 130099955 h 132"/>
                    <a:gd name="T38" fmla="*/ 631865165 w 237"/>
                    <a:gd name="T39" fmla="*/ 15012049 h 132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237" h="132">
                      <a:moveTo>
                        <a:pt x="36" y="100"/>
                      </a:moveTo>
                      <a:cubicBezTo>
                        <a:pt x="174" y="100"/>
                        <a:pt x="174" y="100"/>
                        <a:pt x="174" y="100"/>
                      </a:cubicBezTo>
                      <a:cubicBezTo>
                        <a:pt x="190" y="87"/>
                        <a:pt x="175" y="57"/>
                        <a:pt x="150" y="67"/>
                      </a:cubicBezTo>
                      <a:cubicBezTo>
                        <a:pt x="149" y="67"/>
                        <a:pt x="148" y="68"/>
                        <a:pt x="147" y="69"/>
                      </a:cubicBezTo>
                      <a:cubicBezTo>
                        <a:pt x="146" y="70"/>
                        <a:pt x="142" y="70"/>
                        <a:pt x="143" y="66"/>
                      </a:cubicBezTo>
                      <a:cubicBezTo>
                        <a:pt x="143" y="63"/>
                        <a:pt x="144" y="61"/>
                        <a:pt x="144" y="59"/>
                      </a:cubicBezTo>
                      <a:cubicBezTo>
                        <a:pt x="144" y="44"/>
                        <a:pt x="131" y="31"/>
                        <a:pt x="115" y="32"/>
                      </a:cubicBezTo>
                      <a:cubicBezTo>
                        <a:pt x="99" y="32"/>
                        <a:pt x="90" y="44"/>
                        <a:pt x="88" y="52"/>
                      </a:cubicBezTo>
                      <a:cubicBezTo>
                        <a:pt x="87" y="55"/>
                        <a:pt x="87" y="58"/>
                        <a:pt x="87" y="61"/>
                      </a:cubicBezTo>
                      <a:cubicBezTo>
                        <a:pt x="88" y="66"/>
                        <a:pt x="83" y="65"/>
                        <a:pt x="81" y="63"/>
                      </a:cubicBezTo>
                      <a:cubicBezTo>
                        <a:pt x="79" y="62"/>
                        <a:pt x="77" y="60"/>
                        <a:pt x="75" y="59"/>
                      </a:cubicBezTo>
                      <a:cubicBezTo>
                        <a:pt x="48" y="46"/>
                        <a:pt x="32" y="67"/>
                        <a:pt x="32" y="83"/>
                      </a:cubicBezTo>
                      <a:cubicBezTo>
                        <a:pt x="32" y="91"/>
                        <a:pt x="34" y="97"/>
                        <a:pt x="36" y="100"/>
                      </a:cubicBezTo>
                      <a:moveTo>
                        <a:pt x="127" y="3"/>
                      </a:moveTo>
                      <a:cubicBezTo>
                        <a:pt x="143" y="6"/>
                        <a:pt x="161" y="19"/>
                        <a:pt x="168" y="37"/>
                      </a:cubicBezTo>
                      <a:cubicBezTo>
                        <a:pt x="237" y="45"/>
                        <a:pt x="218" y="130"/>
                        <a:pt x="179" y="132"/>
                      </a:cubicBezTo>
                      <a:cubicBezTo>
                        <a:pt x="29" y="132"/>
                        <a:pt x="29" y="132"/>
                        <a:pt x="29" y="132"/>
                      </a:cubicBezTo>
                      <a:cubicBezTo>
                        <a:pt x="9" y="132"/>
                        <a:pt x="0" y="96"/>
                        <a:pt x="0" y="83"/>
                      </a:cubicBezTo>
                      <a:cubicBezTo>
                        <a:pt x="0" y="55"/>
                        <a:pt x="27" y="15"/>
                        <a:pt x="72" y="26"/>
                      </a:cubicBezTo>
                      <a:cubicBezTo>
                        <a:pt x="82" y="7"/>
                        <a:pt x="109" y="0"/>
                        <a:pt x="127" y="3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sr-Latn-CS"/>
                </a:p>
              </p:txBody>
            </p:sp>
          </p:grpSp>
          <p:grpSp>
            <p:nvGrpSpPr>
              <p:cNvPr id="18" name="Gruppieren 46">
                <a:extLst>
                  <a:ext uri="{FF2B5EF4-FFF2-40B4-BE49-F238E27FC236}">
                    <a16:creationId xmlns:a16="http://schemas.microsoft.com/office/drawing/2014/main" id="{344E3BDD-2841-4252-B432-523562B857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1862" y="2209799"/>
                <a:ext cx="871538" cy="830263"/>
                <a:chOff x="1812925" y="3065463"/>
                <a:chExt cx="871538" cy="830263"/>
              </a:xfrm>
              <a:grpFill/>
            </p:grpSpPr>
            <p:sp>
              <p:nvSpPr>
                <p:cNvPr id="19" name="Freeform 33">
                  <a:extLst>
                    <a:ext uri="{FF2B5EF4-FFF2-40B4-BE49-F238E27FC236}">
                      <a16:creationId xmlns:a16="http://schemas.microsoft.com/office/drawing/2014/main" id="{6C0904D6-F8FC-4965-96B0-16D01AB0B14A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000250" y="3438526"/>
                  <a:ext cx="338138" cy="457200"/>
                </a:xfrm>
                <a:custGeom>
                  <a:avLst/>
                  <a:gdLst>
                    <a:gd name="T0" fmla="*/ 0 w 213"/>
                    <a:gd name="T1" fmla="*/ 420866888 h 288"/>
                    <a:gd name="T2" fmla="*/ 110887039 w 213"/>
                    <a:gd name="T3" fmla="*/ 420866888 h 288"/>
                    <a:gd name="T4" fmla="*/ 110887039 w 213"/>
                    <a:gd name="T5" fmla="*/ 526713450 h 288"/>
                    <a:gd name="T6" fmla="*/ 274698231 w 213"/>
                    <a:gd name="T7" fmla="*/ 362902500 h 288"/>
                    <a:gd name="T8" fmla="*/ 173891832 w 213"/>
                    <a:gd name="T9" fmla="*/ 264617200 h 288"/>
                    <a:gd name="T10" fmla="*/ 448588476 w 213"/>
                    <a:gd name="T11" fmla="*/ 0 h 288"/>
                    <a:gd name="T12" fmla="*/ 536794869 w 213"/>
                    <a:gd name="T13" fmla="*/ 90725625 h 288"/>
                    <a:gd name="T14" fmla="*/ 352822397 w 213"/>
                    <a:gd name="T15" fmla="*/ 267136563 h 288"/>
                    <a:gd name="T16" fmla="*/ 451109430 w 213"/>
                    <a:gd name="T17" fmla="*/ 362902500 h 288"/>
                    <a:gd name="T18" fmla="*/ 199093432 w 213"/>
                    <a:gd name="T19" fmla="*/ 614918125 h 288"/>
                    <a:gd name="T20" fmla="*/ 304940151 w 213"/>
                    <a:gd name="T21" fmla="*/ 614918125 h 288"/>
                    <a:gd name="T22" fmla="*/ 304940151 w 213"/>
                    <a:gd name="T23" fmla="*/ 725805000 h 288"/>
                    <a:gd name="T24" fmla="*/ 0 w 213"/>
                    <a:gd name="T25" fmla="*/ 725805000 h 288"/>
                    <a:gd name="T26" fmla="*/ 0 w 213"/>
                    <a:gd name="T27" fmla="*/ 420866888 h 28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213" h="288">
                      <a:moveTo>
                        <a:pt x="0" y="167"/>
                      </a:moveTo>
                      <a:lnTo>
                        <a:pt x="44" y="167"/>
                      </a:lnTo>
                      <a:lnTo>
                        <a:pt x="44" y="209"/>
                      </a:lnTo>
                      <a:lnTo>
                        <a:pt x="109" y="144"/>
                      </a:lnTo>
                      <a:lnTo>
                        <a:pt x="69" y="105"/>
                      </a:lnTo>
                      <a:lnTo>
                        <a:pt x="178" y="0"/>
                      </a:lnTo>
                      <a:lnTo>
                        <a:pt x="213" y="36"/>
                      </a:lnTo>
                      <a:lnTo>
                        <a:pt x="140" y="106"/>
                      </a:lnTo>
                      <a:lnTo>
                        <a:pt x="179" y="144"/>
                      </a:lnTo>
                      <a:lnTo>
                        <a:pt x="79" y="244"/>
                      </a:lnTo>
                      <a:lnTo>
                        <a:pt x="121" y="244"/>
                      </a:lnTo>
                      <a:lnTo>
                        <a:pt x="121" y="288"/>
                      </a:lnTo>
                      <a:lnTo>
                        <a:pt x="0" y="288"/>
                      </a:lnTo>
                      <a:lnTo>
                        <a:pt x="0" y="16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sr-Latn-CS"/>
                </a:p>
              </p:txBody>
            </p:sp>
            <p:sp>
              <p:nvSpPr>
                <p:cNvPr id="20" name="Freeform 34">
                  <a:extLst>
                    <a:ext uri="{FF2B5EF4-FFF2-40B4-BE49-F238E27FC236}">
                      <a16:creationId xmlns:a16="http://schemas.microsoft.com/office/drawing/2014/main" id="{BF0411C0-814E-468F-883A-E66A7C10FA68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812925" y="3065463"/>
                  <a:ext cx="871538" cy="771525"/>
                </a:xfrm>
                <a:custGeom>
                  <a:avLst/>
                  <a:gdLst>
                    <a:gd name="T0" fmla="*/ 634231611 w 390"/>
                    <a:gd name="T1" fmla="*/ 1060225182 h 345"/>
                    <a:gd name="T2" fmla="*/ 0 w 390"/>
                    <a:gd name="T3" fmla="*/ 1060225182 h 345"/>
                    <a:gd name="T4" fmla="*/ 0 w 390"/>
                    <a:gd name="T5" fmla="*/ 885187405 h 345"/>
                    <a:gd name="T6" fmla="*/ 454448964 w 390"/>
                    <a:gd name="T7" fmla="*/ 885187405 h 345"/>
                    <a:gd name="T8" fmla="*/ 544340288 w 390"/>
                    <a:gd name="T9" fmla="*/ 670142142 h 345"/>
                    <a:gd name="T10" fmla="*/ 219732608 w 390"/>
                    <a:gd name="T11" fmla="*/ 350073319 h 345"/>
                    <a:gd name="T12" fmla="*/ 344581543 w 390"/>
                    <a:gd name="T13" fmla="*/ 225048252 h 345"/>
                    <a:gd name="T14" fmla="*/ 664194640 w 390"/>
                    <a:gd name="T15" fmla="*/ 545114839 h 345"/>
                    <a:gd name="T16" fmla="*/ 888921831 w 390"/>
                    <a:gd name="T17" fmla="*/ 450094267 h 345"/>
                    <a:gd name="T18" fmla="*/ 888921831 w 390"/>
                    <a:gd name="T19" fmla="*/ 0 h 345"/>
                    <a:gd name="T20" fmla="*/ 1063709894 w 390"/>
                    <a:gd name="T21" fmla="*/ 0 h 345"/>
                    <a:gd name="T22" fmla="*/ 1063709894 w 390"/>
                    <a:gd name="T23" fmla="*/ 450094267 h 345"/>
                    <a:gd name="T24" fmla="*/ 1303418600 w 390"/>
                    <a:gd name="T25" fmla="*/ 555117828 h 345"/>
                    <a:gd name="T26" fmla="*/ 1618037114 w 390"/>
                    <a:gd name="T27" fmla="*/ 240051618 h 345"/>
                    <a:gd name="T28" fmla="*/ 1742886049 w 390"/>
                    <a:gd name="T29" fmla="*/ 365076685 h 345"/>
                    <a:gd name="T30" fmla="*/ 1423272952 w 390"/>
                    <a:gd name="T31" fmla="*/ 685145508 h 345"/>
                    <a:gd name="T32" fmla="*/ 1498182761 w 390"/>
                    <a:gd name="T33" fmla="*/ 885187405 h 345"/>
                    <a:gd name="T34" fmla="*/ 1947637142 w 390"/>
                    <a:gd name="T35" fmla="*/ 885187405 h 345"/>
                    <a:gd name="T36" fmla="*/ 1947637142 w 390"/>
                    <a:gd name="T37" fmla="*/ 1065225559 h 345"/>
                    <a:gd name="T38" fmla="*/ 1498182761 w 390"/>
                    <a:gd name="T39" fmla="*/ 1065225559 h 345"/>
                    <a:gd name="T40" fmla="*/ 1403296854 w 390"/>
                    <a:gd name="T41" fmla="*/ 1285271198 h 345"/>
                    <a:gd name="T42" fmla="*/ 1717915368 w 390"/>
                    <a:gd name="T43" fmla="*/ 1600337408 h 345"/>
                    <a:gd name="T44" fmla="*/ 1593066432 w 390"/>
                    <a:gd name="T45" fmla="*/ 1725364712 h 345"/>
                    <a:gd name="T46" fmla="*/ 1278447919 w 390"/>
                    <a:gd name="T47" fmla="*/ 1410298501 h 345"/>
                    <a:gd name="T48" fmla="*/ 1223516443 w 390"/>
                    <a:gd name="T49" fmla="*/ 1355285414 h 345"/>
                    <a:gd name="T50" fmla="*/ 1218521860 w 390"/>
                    <a:gd name="T51" fmla="*/ 1350285038 h 345"/>
                    <a:gd name="T52" fmla="*/ 1153601217 w 390"/>
                    <a:gd name="T53" fmla="*/ 1285271198 h 345"/>
                    <a:gd name="T54" fmla="*/ 1173577315 w 390"/>
                    <a:gd name="T55" fmla="*/ 1265267455 h 345"/>
                    <a:gd name="T56" fmla="*/ 1328389281 w 390"/>
                    <a:gd name="T57" fmla="*/ 975205364 h 345"/>
                    <a:gd name="T58" fmla="*/ 978813154 w 390"/>
                    <a:gd name="T59" fmla="*/ 620131668 h 345"/>
                    <a:gd name="T60" fmla="*/ 624242445 w 390"/>
                    <a:gd name="T61" fmla="*/ 975205364 h 345"/>
                    <a:gd name="T62" fmla="*/ 634231611 w 390"/>
                    <a:gd name="T63" fmla="*/ 1060225182 h 345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390" h="345">
                      <a:moveTo>
                        <a:pt x="127" y="212"/>
                      </a:moveTo>
                      <a:cubicBezTo>
                        <a:pt x="0" y="212"/>
                        <a:pt x="0" y="212"/>
                        <a:pt x="0" y="21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91" y="177"/>
                        <a:pt x="91" y="177"/>
                        <a:pt x="91" y="177"/>
                      </a:cubicBezTo>
                      <a:cubicBezTo>
                        <a:pt x="94" y="161"/>
                        <a:pt x="100" y="147"/>
                        <a:pt x="109" y="134"/>
                      </a:cubicBezTo>
                      <a:cubicBezTo>
                        <a:pt x="44" y="70"/>
                        <a:pt x="44" y="70"/>
                        <a:pt x="44" y="70"/>
                      </a:cubicBezTo>
                      <a:cubicBezTo>
                        <a:pt x="69" y="45"/>
                        <a:pt x="69" y="45"/>
                        <a:pt x="69" y="45"/>
                      </a:cubicBezTo>
                      <a:cubicBezTo>
                        <a:pt x="133" y="109"/>
                        <a:pt x="133" y="109"/>
                        <a:pt x="133" y="109"/>
                      </a:cubicBezTo>
                      <a:cubicBezTo>
                        <a:pt x="146" y="100"/>
                        <a:pt x="161" y="93"/>
                        <a:pt x="178" y="90"/>
                      </a:cubicBezTo>
                      <a:cubicBezTo>
                        <a:pt x="178" y="0"/>
                        <a:pt x="178" y="0"/>
                        <a:pt x="178" y="0"/>
                      </a:cubicBezTo>
                      <a:cubicBezTo>
                        <a:pt x="213" y="0"/>
                        <a:pt x="213" y="0"/>
                        <a:pt x="213" y="0"/>
                      </a:cubicBezTo>
                      <a:cubicBezTo>
                        <a:pt x="213" y="90"/>
                        <a:pt x="213" y="90"/>
                        <a:pt x="213" y="90"/>
                      </a:cubicBezTo>
                      <a:cubicBezTo>
                        <a:pt x="231" y="93"/>
                        <a:pt x="247" y="100"/>
                        <a:pt x="261" y="111"/>
                      </a:cubicBezTo>
                      <a:cubicBezTo>
                        <a:pt x="324" y="48"/>
                        <a:pt x="324" y="48"/>
                        <a:pt x="324" y="48"/>
                      </a:cubicBezTo>
                      <a:cubicBezTo>
                        <a:pt x="349" y="73"/>
                        <a:pt x="349" y="73"/>
                        <a:pt x="349" y="73"/>
                      </a:cubicBezTo>
                      <a:cubicBezTo>
                        <a:pt x="285" y="137"/>
                        <a:pt x="285" y="137"/>
                        <a:pt x="285" y="137"/>
                      </a:cubicBezTo>
                      <a:cubicBezTo>
                        <a:pt x="292" y="149"/>
                        <a:pt x="298" y="163"/>
                        <a:pt x="300" y="177"/>
                      </a:cubicBezTo>
                      <a:cubicBezTo>
                        <a:pt x="390" y="177"/>
                        <a:pt x="390" y="177"/>
                        <a:pt x="390" y="177"/>
                      </a:cubicBezTo>
                      <a:cubicBezTo>
                        <a:pt x="390" y="213"/>
                        <a:pt x="390" y="213"/>
                        <a:pt x="390" y="213"/>
                      </a:cubicBezTo>
                      <a:cubicBezTo>
                        <a:pt x="300" y="213"/>
                        <a:pt x="300" y="213"/>
                        <a:pt x="300" y="213"/>
                      </a:cubicBezTo>
                      <a:cubicBezTo>
                        <a:pt x="297" y="229"/>
                        <a:pt x="291" y="244"/>
                        <a:pt x="281" y="257"/>
                      </a:cubicBezTo>
                      <a:cubicBezTo>
                        <a:pt x="344" y="320"/>
                        <a:pt x="344" y="320"/>
                        <a:pt x="344" y="320"/>
                      </a:cubicBezTo>
                      <a:cubicBezTo>
                        <a:pt x="319" y="345"/>
                        <a:pt x="319" y="345"/>
                        <a:pt x="319" y="345"/>
                      </a:cubicBezTo>
                      <a:cubicBezTo>
                        <a:pt x="256" y="282"/>
                        <a:pt x="256" y="282"/>
                        <a:pt x="256" y="282"/>
                      </a:cubicBezTo>
                      <a:cubicBezTo>
                        <a:pt x="256" y="282"/>
                        <a:pt x="251" y="277"/>
                        <a:pt x="245" y="271"/>
                      </a:cubicBezTo>
                      <a:cubicBezTo>
                        <a:pt x="245" y="270"/>
                        <a:pt x="245" y="270"/>
                        <a:pt x="244" y="270"/>
                      </a:cubicBezTo>
                      <a:cubicBezTo>
                        <a:pt x="238" y="263"/>
                        <a:pt x="231" y="256"/>
                        <a:pt x="231" y="257"/>
                      </a:cubicBezTo>
                      <a:cubicBezTo>
                        <a:pt x="235" y="253"/>
                        <a:pt x="235" y="253"/>
                        <a:pt x="235" y="253"/>
                      </a:cubicBezTo>
                      <a:cubicBezTo>
                        <a:pt x="254" y="241"/>
                        <a:pt x="266" y="219"/>
                        <a:pt x="266" y="195"/>
                      </a:cubicBezTo>
                      <a:cubicBezTo>
                        <a:pt x="266" y="156"/>
                        <a:pt x="235" y="124"/>
                        <a:pt x="196" y="124"/>
                      </a:cubicBezTo>
                      <a:cubicBezTo>
                        <a:pt x="157" y="124"/>
                        <a:pt x="125" y="156"/>
                        <a:pt x="125" y="195"/>
                      </a:cubicBezTo>
                      <a:cubicBezTo>
                        <a:pt x="125" y="203"/>
                        <a:pt x="127" y="212"/>
                        <a:pt x="127" y="212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sr-Latn-CS"/>
                </a:p>
              </p:txBody>
            </p:sp>
          </p:grpSp>
        </p:grp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B1E5679A-FD3E-4903-9A31-1918C4838F68}"/>
                </a:ext>
              </a:extLst>
            </p:cNvPr>
            <p:cNvSpPr/>
            <p:nvPr/>
          </p:nvSpPr>
          <p:spPr>
            <a:xfrm>
              <a:off x="4843463" y="0"/>
              <a:ext cx="1525406" cy="257175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Latn-CS"/>
            </a:p>
          </p:txBody>
        </p:sp>
      </p:grpSp>
    </p:spTree>
    <p:extLst>
      <p:ext uri="{BB962C8B-B14F-4D97-AF65-F5344CB8AC3E}">
        <p14:creationId xmlns:p14="http://schemas.microsoft.com/office/powerpoint/2010/main" val="56374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42C11151-AFD3-4918-B546-DA880E401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  <a:endParaRPr lang="sr-Latn-CS" dirty="0"/>
          </a:p>
        </p:txBody>
      </p:sp>
      <p:sp>
        <p:nvSpPr>
          <p:cNvPr id="22" name="Textplatzhalter 7">
            <a:extLst>
              <a:ext uri="{FF2B5EF4-FFF2-40B4-BE49-F238E27FC236}">
                <a16:creationId xmlns:a16="http://schemas.microsoft.com/office/drawing/2014/main" id="{32EBC861-2AFF-46A4-B55F-2EA583EF46C2}"/>
              </a:ext>
            </a:extLst>
          </p:cNvPr>
          <p:cNvSpPr txBox="1">
            <a:spLocks/>
          </p:cNvSpPr>
          <p:nvPr/>
        </p:nvSpPr>
        <p:spPr>
          <a:xfrm>
            <a:off x="539750" y="748775"/>
            <a:ext cx="416226" cy="338433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chemeClr val="bg1"/>
                </a:solidFill>
              </a:rPr>
              <a:t>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3" name="Textplatzhalter 8">
            <a:extLst>
              <a:ext uri="{FF2B5EF4-FFF2-40B4-BE49-F238E27FC236}">
                <a16:creationId xmlns:a16="http://schemas.microsoft.com/office/drawing/2014/main" id="{5DA0ADE0-81F0-4A7E-B699-AF1A8BF56A3E}"/>
              </a:ext>
            </a:extLst>
          </p:cNvPr>
          <p:cNvSpPr txBox="1">
            <a:spLocks/>
          </p:cNvSpPr>
          <p:nvPr/>
        </p:nvSpPr>
        <p:spPr>
          <a:xfrm>
            <a:off x="1033133" y="748775"/>
            <a:ext cx="7752092" cy="338433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543146A9-5DC4-4B55-AE18-37DB2D433B30}"/>
              </a:ext>
            </a:extLst>
          </p:cNvPr>
          <p:cNvSpPr txBox="1">
            <a:spLocks/>
          </p:cNvSpPr>
          <p:nvPr/>
        </p:nvSpPr>
        <p:spPr>
          <a:xfrm>
            <a:off x="539750" y="1179444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2</a:t>
            </a:r>
            <a:endParaRPr lang="en-US" b="1" dirty="0"/>
          </a:p>
        </p:txBody>
      </p:sp>
      <p:sp>
        <p:nvSpPr>
          <p:cNvPr id="25" name="Textplatzhalter 10">
            <a:extLst>
              <a:ext uri="{FF2B5EF4-FFF2-40B4-BE49-F238E27FC236}">
                <a16:creationId xmlns:a16="http://schemas.microsoft.com/office/drawing/2014/main" id="{8553B291-F254-4D2F-890F-E6F7D54C72DB}"/>
              </a:ext>
            </a:extLst>
          </p:cNvPr>
          <p:cNvSpPr txBox="1">
            <a:spLocks/>
          </p:cNvSpPr>
          <p:nvPr/>
        </p:nvSpPr>
        <p:spPr>
          <a:xfrm>
            <a:off x="1033133" y="1179444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Definition</a:t>
            </a:r>
          </a:p>
        </p:txBody>
      </p:sp>
      <p:sp>
        <p:nvSpPr>
          <p:cNvPr id="26" name="Textplatzhalter 11">
            <a:extLst>
              <a:ext uri="{FF2B5EF4-FFF2-40B4-BE49-F238E27FC236}">
                <a16:creationId xmlns:a16="http://schemas.microsoft.com/office/drawing/2014/main" id="{6D1EA94A-8F87-468C-8135-0B415992AC38}"/>
              </a:ext>
            </a:extLst>
          </p:cNvPr>
          <p:cNvSpPr txBox="1">
            <a:spLocks/>
          </p:cNvSpPr>
          <p:nvPr/>
        </p:nvSpPr>
        <p:spPr>
          <a:xfrm>
            <a:off x="539750" y="1610113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3</a:t>
            </a:r>
            <a:endParaRPr lang="en-US" b="1" dirty="0"/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C0D5DAEA-9BE5-42ED-8571-E9B40BC31CE4}"/>
              </a:ext>
            </a:extLst>
          </p:cNvPr>
          <p:cNvSpPr txBox="1">
            <a:spLocks/>
          </p:cNvSpPr>
          <p:nvPr/>
        </p:nvSpPr>
        <p:spPr>
          <a:xfrm>
            <a:off x="1033133" y="1610113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Dependent and independent variables</a:t>
            </a:r>
            <a:endParaRPr lang="en-US" dirty="0"/>
          </a:p>
        </p:txBody>
      </p:sp>
      <p:sp>
        <p:nvSpPr>
          <p:cNvPr id="28" name="Textplatzhalter 13">
            <a:extLst>
              <a:ext uri="{FF2B5EF4-FFF2-40B4-BE49-F238E27FC236}">
                <a16:creationId xmlns:a16="http://schemas.microsoft.com/office/drawing/2014/main" id="{18F74B9E-7023-46A2-BDA7-C2C1306A02DC}"/>
              </a:ext>
            </a:extLst>
          </p:cNvPr>
          <p:cNvSpPr txBox="1">
            <a:spLocks/>
          </p:cNvSpPr>
          <p:nvPr/>
        </p:nvSpPr>
        <p:spPr>
          <a:xfrm>
            <a:off x="539750" y="2040782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4</a:t>
            </a:r>
            <a:endParaRPr lang="en-US" b="1" dirty="0"/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454AA859-061E-42EB-B7DE-222C7FA7B1AD}"/>
              </a:ext>
            </a:extLst>
          </p:cNvPr>
          <p:cNvSpPr txBox="1">
            <a:spLocks/>
          </p:cNvSpPr>
          <p:nvPr/>
        </p:nvSpPr>
        <p:spPr>
          <a:xfrm>
            <a:off x="1033133" y="204078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Model specification &amp; design</a:t>
            </a:r>
          </a:p>
        </p:txBody>
      </p:sp>
      <p:sp>
        <p:nvSpPr>
          <p:cNvPr id="30" name="Textplatzhalter 15">
            <a:extLst>
              <a:ext uri="{FF2B5EF4-FFF2-40B4-BE49-F238E27FC236}">
                <a16:creationId xmlns:a16="http://schemas.microsoft.com/office/drawing/2014/main" id="{8B31DF66-B06B-484A-8047-36BFC1944940}"/>
              </a:ext>
            </a:extLst>
          </p:cNvPr>
          <p:cNvSpPr txBox="1">
            <a:spLocks/>
          </p:cNvSpPr>
          <p:nvPr/>
        </p:nvSpPr>
        <p:spPr>
          <a:xfrm>
            <a:off x="539750" y="2471451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5</a:t>
            </a:r>
          </a:p>
        </p:txBody>
      </p:sp>
      <p:sp>
        <p:nvSpPr>
          <p:cNvPr id="31" name="Textplatzhalter 16">
            <a:extLst>
              <a:ext uri="{FF2B5EF4-FFF2-40B4-BE49-F238E27FC236}">
                <a16:creationId xmlns:a16="http://schemas.microsoft.com/office/drawing/2014/main" id="{D215D439-550F-410F-AF19-9EF6D0443698}"/>
              </a:ext>
            </a:extLst>
          </p:cNvPr>
          <p:cNvSpPr txBox="1">
            <a:spLocks/>
          </p:cNvSpPr>
          <p:nvPr/>
        </p:nvSpPr>
        <p:spPr>
          <a:xfrm>
            <a:off x="1033133" y="2471451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Fitting and </a:t>
            </a:r>
            <a:r>
              <a:rPr lang="en-GB" dirty="0" err="1"/>
              <a:t>los</a:t>
            </a:r>
            <a:r>
              <a:rPr lang="en-GB" dirty="0"/>
              <a:t> functions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00582DB6-B40A-428E-A0BA-3855FEF92081}"/>
              </a:ext>
            </a:extLst>
          </p:cNvPr>
          <p:cNvSpPr txBox="1">
            <a:spLocks/>
          </p:cNvSpPr>
          <p:nvPr/>
        </p:nvSpPr>
        <p:spPr>
          <a:xfrm>
            <a:off x="539750" y="2902120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6</a:t>
            </a:r>
            <a:endParaRPr lang="en-US" b="1" dirty="0"/>
          </a:p>
        </p:txBody>
      </p:sp>
      <p:sp>
        <p:nvSpPr>
          <p:cNvPr id="33" name="Textplatzhalter 18">
            <a:extLst>
              <a:ext uri="{FF2B5EF4-FFF2-40B4-BE49-F238E27FC236}">
                <a16:creationId xmlns:a16="http://schemas.microsoft.com/office/drawing/2014/main" id="{ACC5FFFB-716B-484B-A75D-A976E78CBF51}"/>
              </a:ext>
            </a:extLst>
          </p:cNvPr>
          <p:cNvSpPr txBox="1">
            <a:spLocks/>
          </p:cNvSpPr>
          <p:nvPr/>
        </p:nvSpPr>
        <p:spPr>
          <a:xfrm>
            <a:off x="1033133" y="2902120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Confidence intervals and evaluation</a:t>
            </a:r>
          </a:p>
        </p:txBody>
      </p:sp>
      <p:sp>
        <p:nvSpPr>
          <p:cNvPr id="35" name="Textplatzhalter 15">
            <a:extLst>
              <a:ext uri="{FF2B5EF4-FFF2-40B4-BE49-F238E27FC236}">
                <a16:creationId xmlns:a16="http://schemas.microsoft.com/office/drawing/2014/main" id="{566FBAA8-43ED-4DBC-AFC9-1330DCA82E8E}"/>
              </a:ext>
            </a:extLst>
          </p:cNvPr>
          <p:cNvSpPr txBox="1">
            <a:spLocks/>
          </p:cNvSpPr>
          <p:nvPr/>
        </p:nvSpPr>
        <p:spPr>
          <a:xfrm>
            <a:off x="539750" y="3332789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7</a:t>
            </a:r>
          </a:p>
        </p:txBody>
      </p:sp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A9F6ABC1-4AD7-44C1-9EAE-8425F5A3C804}"/>
              </a:ext>
            </a:extLst>
          </p:cNvPr>
          <p:cNvSpPr txBox="1">
            <a:spLocks/>
          </p:cNvSpPr>
          <p:nvPr/>
        </p:nvSpPr>
        <p:spPr>
          <a:xfrm>
            <a:off x="1033133" y="3332789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Assumptions and diagnostics</a:t>
            </a:r>
          </a:p>
        </p:txBody>
      </p:sp>
      <p:sp>
        <p:nvSpPr>
          <p:cNvPr id="37" name="Textplatzhalter 17">
            <a:extLst>
              <a:ext uri="{FF2B5EF4-FFF2-40B4-BE49-F238E27FC236}">
                <a16:creationId xmlns:a16="http://schemas.microsoft.com/office/drawing/2014/main" id="{D6233C3E-6C93-4934-A36D-D32139E45159}"/>
              </a:ext>
            </a:extLst>
          </p:cNvPr>
          <p:cNvSpPr txBox="1">
            <a:spLocks/>
          </p:cNvSpPr>
          <p:nvPr/>
        </p:nvSpPr>
        <p:spPr>
          <a:xfrm>
            <a:off x="539750" y="3763460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8</a:t>
            </a:r>
          </a:p>
        </p:txBody>
      </p:sp>
      <p:sp>
        <p:nvSpPr>
          <p:cNvPr id="38" name="Textplatzhalter 18">
            <a:extLst>
              <a:ext uri="{FF2B5EF4-FFF2-40B4-BE49-F238E27FC236}">
                <a16:creationId xmlns:a16="http://schemas.microsoft.com/office/drawing/2014/main" id="{F2CE5CA9-826C-4DD6-B8EE-F8318A592260}"/>
              </a:ext>
            </a:extLst>
          </p:cNvPr>
          <p:cNvSpPr txBox="1">
            <a:spLocks/>
          </p:cNvSpPr>
          <p:nvPr/>
        </p:nvSpPr>
        <p:spPr>
          <a:xfrm>
            <a:off x="1033133" y="3763459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Predictive power &amp; interpretability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C6B3CB-482B-4686-A31C-3C1E7DE2CB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14F464E-FDE8-4E3A-A5F1-477583630E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23F5CA54-83B3-91FA-E687-CCF69A91E847}"/>
              </a:ext>
            </a:extLst>
          </p:cNvPr>
          <p:cNvSpPr txBox="1">
            <a:spLocks/>
          </p:cNvSpPr>
          <p:nvPr/>
        </p:nvSpPr>
        <p:spPr>
          <a:xfrm>
            <a:off x="539750" y="4194130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9</a:t>
            </a:r>
          </a:p>
        </p:txBody>
      </p:sp>
      <p:sp>
        <p:nvSpPr>
          <p:cNvPr id="6" name="Textplatzhalter 18">
            <a:extLst>
              <a:ext uri="{FF2B5EF4-FFF2-40B4-BE49-F238E27FC236}">
                <a16:creationId xmlns:a16="http://schemas.microsoft.com/office/drawing/2014/main" id="{791C2AF9-2252-EFBA-81D8-1DFAC479267A}"/>
              </a:ext>
            </a:extLst>
          </p:cNvPr>
          <p:cNvSpPr txBox="1">
            <a:spLocks/>
          </p:cNvSpPr>
          <p:nvPr/>
        </p:nvSpPr>
        <p:spPr>
          <a:xfrm>
            <a:off x="1033133" y="4194129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3939127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3B439-E773-AA2D-6AE9-6D1CAD804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7">
            <a:extLst>
              <a:ext uri="{FF2B5EF4-FFF2-40B4-BE49-F238E27FC236}">
                <a16:creationId xmlns:a16="http://schemas.microsoft.com/office/drawing/2014/main" id="{9F4376EB-01F9-10DE-658A-F3530FDD794C}"/>
              </a:ext>
            </a:extLst>
          </p:cNvPr>
          <p:cNvSpPr txBox="1">
            <a:spLocks/>
          </p:cNvSpPr>
          <p:nvPr/>
        </p:nvSpPr>
        <p:spPr>
          <a:xfrm>
            <a:off x="539750" y="579558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1</a:t>
            </a:r>
            <a:endParaRPr lang="en-US" b="1" dirty="0"/>
          </a:p>
        </p:txBody>
      </p:sp>
      <p:sp>
        <p:nvSpPr>
          <p:cNvPr id="23" name="Textplatzhalter 8">
            <a:extLst>
              <a:ext uri="{FF2B5EF4-FFF2-40B4-BE49-F238E27FC236}">
                <a16:creationId xmlns:a16="http://schemas.microsoft.com/office/drawing/2014/main" id="{D09C8D06-EF45-506B-29C3-48957AAF5AA0}"/>
              </a:ext>
            </a:extLst>
          </p:cNvPr>
          <p:cNvSpPr txBox="1">
            <a:spLocks/>
          </p:cNvSpPr>
          <p:nvPr/>
        </p:nvSpPr>
        <p:spPr>
          <a:xfrm>
            <a:off x="1033133" y="579558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Introduction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040BF3C6-0DC3-0468-19F2-4BFC1571052F}"/>
              </a:ext>
            </a:extLst>
          </p:cNvPr>
          <p:cNvSpPr txBox="1">
            <a:spLocks/>
          </p:cNvSpPr>
          <p:nvPr/>
        </p:nvSpPr>
        <p:spPr>
          <a:xfrm>
            <a:off x="539750" y="1010227"/>
            <a:ext cx="416226" cy="338433"/>
          </a:xfrm>
          <a:prstGeom prst="rect">
            <a:avLst/>
          </a:prstGeom>
          <a:solidFill>
            <a:srgbClr val="76B900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chemeClr val="bg1"/>
                </a:solidFill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5" name="Textplatzhalter 10">
            <a:extLst>
              <a:ext uri="{FF2B5EF4-FFF2-40B4-BE49-F238E27FC236}">
                <a16:creationId xmlns:a16="http://schemas.microsoft.com/office/drawing/2014/main" id="{7A060799-5189-ECCF-CF9B-068B2A3E09A8}"/>
              </a:ext>
            </a:extLst>
          </p:cNvPr>
          <p:cNvSpPr txBox="1">
            <a:spLocks/>
          </p:cNvSpPr>
          <p:nvPr/>
        </p:nvSpPr>
        <p:spPr>
          <a:xfrm>
            <a:off x="1033133" y="1010227"/>
            <a:ext cx="7752092" cy="338433"/>
          </a:xfrm>
          <a:prstGeom prst="rect">
            <a:avLst/>
          </a:prstGeom>
          <a:solidFill>
            <a:srgbClr val="76B900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Definition</a:t>
            </a:r>
          </a:p>
        </p:txBody>
      </p:sp>
      <p:sp>
        <p:nvSpPr>
          <p:cNvPr id="26" name="Textplatzhalter 11">
            <a:extLst>
              <a:ext uri="{FF2B5EF4-FFF2-40B4-BE49-F238E27FC236}">
                <a16:creationId xmlns:a16="http://schemas.microsoft.com/office/drawing/2014/main" id="{0C195D1D-A419-0A66-4DB6-063C0B0D5C50}"/>
              </a:ext>
            </a:extLst>
          </p:cNvPr>
          <p:cNvSpPr txBox="1">
            <a:spLocks/>
          </p:cNvSpPr>
          <p:nvPr/>
        </p:nvSpPr>
        <p:spPr>
          <a:xfrm>
            <a:off x="539750" y="1440896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3</a:t>
            </a:r>
            <a:endParaRPr lang="en-US" b="1" dirty="0"/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DF010890-6D8B-AFA8-304D-BA3BB0616D5C}"/>
              </a:ext>
            </a:extLst>
          </p:cNvPr>
          <p:cNvSpPr txBox="1">
            <a:spLocks/>
          </p:cNvSpPr>
          <p:nvPr/>
        </p:nvSpPr>
        <p:spPr>
          <a:xfrm>
            <a:off x="1033133" y="1440896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Dependent and independent variables</a:t>
            </a:r>
            <a:endParaRPr lang="en-US" dirty="0"/>
          </a:p>
        </p:txBody>
      </p:sp>
      <p:sp>
        <p:nvSpPr>
          <p:cNvPr id="28" name="Textplatzhalter 13">
            <a:extLst>
              <a:ext uri="{FF2B5EF4-FFF2-40B4-BE49-F238E27FC236}">
                <a16:creationId xmlns:a16="http://schemas.microsoft.com/office/drawing/2014/main" id="{5121703D-9925-520E-0E63-A5D71DBDA8CC}"/>
              </a:ext>
            </a:extLst>
          </p:cNvPr>
          <p:cNvSpPr txBox="1">
            <a:spLocks/>
          </p:cNvSpPr>
          <p:nvPr/>
        </p:nvSpPr>
        <p:spPr>
          <a:xfrm>
            <a:off x="539750" y="1871565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4</a:t>
            </a:r>
            <a:endParaRPr lang="en-US" b="1" dirty="0"/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A42E1E9D-6B0F-E577-38BF-8470113747A7}"/>
              </a:ext>
            </a:extLst>
          </p:cNvPr>
          <p:cNvSpPr txBox="1">
            <a:spLocks/>
          </p:cNvSpPr>
          <p:nvPr/>
        </p:nvSpPr>
        <p:spPr>
          <a:xfrm>
            <a:off x="1033133" y="1871565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Model specification &amp; design</a:t>
            </a:r>
          </a:p>
        </p:txBody>
      </p:sp>
      <p:sp>
        <p:nvSpPr>
          <p:cNvPr id="30" name="Textplatzhalter 15">
            <a:extLst>
              <a:ext uri="{FF2B5EF4-FFF2-40B4-BE49-F238E27FC236}">
                <a16:creationId xmlns:a16="http://schemas.microsoft.com/office/drawing/2014/main" id="{E908AEE0-39C9-FF95-94A2-7CE810DEA3C4}"/>
              </a:ext>
            </a:extLst>
          </p:cNvPr>
          <p:cNvSpPr txBox="1">
            <a:spLocks/>
          </p:cNvSpPr>
          <p:nvPr/>
        </p:nvSpPr>
        <p:spPr>
          <a:xfrm>
            <a:off x="539750" y="2302234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5</a:t>
            </a:r>
          </a:p>
        </p:txBody>
      </p:sp>
      <p:sp>
        <p:nvSpPr>
          <p:cNvPr id="31" name="Textplatzhalter 16">
            <a:extLst>
              <a:ext uri="{FF2B5EF4-FFF2-40B4-BE49-F238E27FC236}">
                <a16:creationId xmlns:a16="http://schemas.microsoft.com/office/drawing/2014/main" id="{DF3FDD58-FBE3-3898-DC61-540619CC3083}"/>
              </a:ext>
            </a:extLst>
          </p:cNvPr>
          <p:cNvSpPr txBox="1">
            <a:spLocks/>
          </p:cNvSpPr>
          <p:nvPr/>
        </p:nvSpPr>
        <p:spPr>
          <a:xfrm>
            <a:off x="1033133" y="2302234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Fitting and </a:t>
            </a:r>
            <a:r>
              <a:rPr lang="en-GB" dirty="0" err="1"/>
              <a:t>los</a:t>
            </a:r>
            <a:r>
              <a:rPr lang="en-GB" dirty="0"/>
              <a:t> functions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13B3087B-68B9-221E-6E3E-BEAD7FA2E660}"/>
              </a:ext>
            </a:extLst>
          </p:cNvPr>
          <p:cNvSpPr txBox="1">
            <a:spLocks/>
          </p:cNvSpPr>
          <p:nvPr/>
        </p:nvSpPr>
        <p:spPr>
          <a:xfrm>
            <a:off x="539750" y="2732903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6</a:t>
            </a:r>
            <a:endParaRPr lang="en-US" b="1" dirty="0"/>
          </a:p>
        </p:txBody>
      </p:sp>
      <p:sp>
        <p:nvSpPr>
          <p:cNvPr id="33" name="Textplatzhalter 18">
            <a:extLst>
              <a:ext uri="{FF2B5EF4-FFF2-40B4-BE49-F238E27FC236}">
                <a16:creationId xmlns:a16="http://schemas.microsoft.com/office/drawing/2014/main" id="{07A04546-FAB3-D9EB-4576-3848E68F610B}"/>
              </a:ext>
            </a:extLst>
          </p:cNvPr>
          <p:cNvSpPr txBox="1">
            <a:spLocks/>
          </p:cNvSpPr>
          <p:nvPr/>
        </p:nvSpPr>
        <p:spPr>
          <a:xfrm>
            <a:off x="1033133" y="2732903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Confidence intervals and evaluation</a:t>
            </a:r>
          </a:p>
        </p:txBody>
      </p:sp>
      <p:sp>
        <p:nvSpPr>
          <p:cNvPr id="35" name="Textplatzhalter 15">
            <a:extLst>
              <a:ext uri="{FF2B5EF4-FFF2-40B4-BE49-F238E27FC236}">
                <a16:creationId xmlns:a16="http://schemas.microsoft.com/office/drawing/2014/main" id="{80E04735-A1C2-EECB-FA66-2C6F767400AA}"/>
              </a:ext>
            </a:extLst>
          </p:cNvPr>
          <p:cNvSpPr txBox="1">
            <a:spLocks/>
          </p:cNvSpPr>
          <p:nvPr/>
        </p:nvSpPr>
        <p:spPr>
          <a:xfrm>
            <a:off x="539750" y="3163572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7</a:t>
            </a:r>
          </a:p>
        </p:txBody>
      </p:sp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9367ED64-D65D-BD48-FBFB-CD94AA11569A}"/>
              </a:ext>
            </a:extLst>
          </p:cNvPr>
          <p:cNvSpPr txBox="1">
            <a:spLocks/>
          </p:cNvSpPr>
          <p:nvPr/>
        </p:nvSpPr>
        <p:spPr>
          <a:xfrm>
            <a:off x="1033133" y="316357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Assumptions and diagnostics</a:t>
            </a:r>
          </a:p>
        </p:txBody>
      </p:sp>
      <p:sp>
        <p:nvSpPr>
          <p:cNvPr id="37" name="Textplatzhalter 17">
            <a:extLst>
              <a:ext uri="{FF2B5EF4-FFF2-40B4-BE49-F238E27FC236}">
                <a16:creationId xmlns:a16="http://schemas.microsoft.com/office/drawing/2014/main" id="{4B4281A5-C50D-C82A-DD5C-37665F210BBE}"/>
              </a:ext>
            </a:extLst>
          </p:cNvPr>
          <p:cNvSpPr txBox="1">
            <a:spLocks/>
          </p:cNvSpPr>
          <p:nvPr/>
        </p:nvSpPr>
        <p:spPr>
          <a:xfrm>
            <a:off x="539750" y="3594243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8</a:t>
            </a:r>
          </a:p>
        </p:txBody>
      </p:sp>
      <p:sp>
        <p:nvSpPr>
          <p:cNvPr id="38" name="Textplatzhalter 18">
            <a:extLst>
              <a:ext uri="{FF2B5EF4-FFF2-40B4-BE49-F238E27FC236}">
                <a16:creationId xmlns:a16="http://schemas.microsoft.com/office/drawing/2014/main" id="{518E90A5-A0FC-3975-939E-F1BA2F685039}"/>
              </a:ext>
            </a:extLst>
          </p:cNvPr>
          <p:cNvSpPr txBox="1">
            <a:spLocks/>
          </p:cNvSpPr>
          <p:nvPr/>
        </p:nvSpPr>
        <p:spPr>
          <a:xfrm>
            <a:off x="1033133" y="359424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Predictive power &amp; interpretability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38BB2B-F6E2-902E-C154-572355C283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AD541B7-0C33-E68F-225E-433D3C23D3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EDB03C76-CBB1-ACBD-FC8B-1981D39F804D}"/>
              </a:ext>
            </a:extLst>
          </p:cNvPr>
          <p:cNvSpPr txBox="1">
            <a:spLocks/>
          </p:cNvSpPr>
          <p:nvPr/>
        </p:nvSpPr>
        <p:spPr>
          <a:xfrm>
            <a:off x="539750" y="4024913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9</a:t>
            </a:r>
          </a:p>
        </p:txBody>
      </p:sp>
      <p:sp>
        <p:nvSpPr>
          <p:cNvPr id="6" name="Textplatzhalter 18">
            <a:extLst>
              <a:ext uri="{FF2B5EF4-FFF2-40B4-BE49-F238E27FC236}">
                <a16:creationId xmlns:a16="http://schemas.microsoft.com/office/drawing/2014/main" id="{21B752FB-1549-DA1C-C0B9-823CDC8F4069}"/>
              </a:ext>
            </a:extLst>
          </p:cNvPr>
          <p:cNvSpPr txBox="1">
            <a:spLocks/>
          </p:cNvSpPr>
          <p:nvPr/>
        </p:nvSpPr>
        <p:spPr>
          <a:xfrm>
            <a:off x="1033133" y="402491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368962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867A2-586F-9CFC-29B4-77E46CAAF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39D4DEB-D49A-4E7C-FEC8-045501FF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Definition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03DB2A4-C34A-B168-563B-2CB8CA126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600" b="1" noProof="1"/>
              <a:t>Lorem ipsum dolor sit amet, consectetuer adipiscing elit. Maecenas porttitor congue </a:t>
            </a:r>
            <a:br>
              <a:rPr lang="de-DE" sz="1600" b="1" noProof="1"/>
            </a:br>
            <a:r>
              <a:rPr lang="de-DE" sz="1600" b="1" noProof="1"/>
              <a:t>massa. Fusce posuere, magna sed pulvinar ultricies, purus lectus malesuada libero, </a:t>
            </a:r>
            <a:br>
              <a:rPr lang="de-DE" sz="1600" b="1" noProof="1"/>
            </a:br>
            <a:r>
              <a:rPr lang="de-DE" sz="1600" b="1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</a:t>
            </a:r>
            <a:br>
              <a:rPr lang="de-DE" sz="1400" noProof="1"/>
            </a:br>
            <a:r>
              <a:rPr lang="de-DE" sz="1400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</a:t>
            </a:r>
            <a:br>
              <a:rPr lang="de-DE" sz="1400" noProof="1"/>
            </a:br>
            <a:r>
              <a:rPr lang="de-DE" sz="1400" noProof="1"/>
              <a:t>Maecenas porttitor congue massa. 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Fusce posuere, magna sed pulvinar ultricies, purus lectus malesuada libero, </a:t>
            </a:r>
            <a:br>
              <a:rPr lang="de-DE" sz="1200" noProof="1"/>
            </a:br>
            <a:r>
              <a:rPr lang="de-DE" sz="1200" noProof="1"/>
              <a:t>sit amet commodo magna eros quis urna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Purus lectus malesuada libero, sit amet commodo </a:t>
            </a:r>
          </a:p>
          <a:p>
            <a:pPr marL="357188" lvl="4">
              <a:spcAft>
                <a:spcPts val="600"/>
              </a:spcAft>
            </a:pPr>
            <a:endParaRPr lang="de-DE" sz="12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C6D958-F95A-4458-1147-1647DC5BE5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CB47148-81BD-07C0-976F-F498960382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1833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B7DCA-0E6E-D9DE-70AB-D560570AA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2A60199-B319-442E-995A-D3EA72034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Steps / subtopics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994447C-DC72-426D-AA6D-577E67CC0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en-GB" dirty="0"/>
              <a:t>What we measure (variables)</a:t>
            </a:r>
          </a:p>
          <a:p>
            <a:pPr fontAlgn="ctr"/>
            <a:r>
              <a:rPr lang="en-GB" dirty="0"/>
              <a:t>How we design the model (specification)</a:t>
            </a:r>
          </a:p>
          <a:p>
            <a:pPr fontAlgn="ctr"/>
            <a:r>
              <a:rPr lang="en-GB" dirty="0"/>
              <a:t>How we estimate it (fitting &amp; loss)</a:t>
            </a:r>
          </a:p>
          <a:p>
            <a:pPr fontAlgn="ctr"/>
            <a:r>
              <a:rPr lang="en-GB" dirty="0"/>
              <a:t>How we quantify uncertainty (confidence intervals)</a:t>
            </a:r>
          </a:p>
          <a:p>
            <a:pPr fontAlgn="ctr"/>
            <a:r>
              <a:rPr lang="en-GB" dirty="0"/>
              <a:t>How we check if the model works (diagnostics)</a:t>
            </a:r>
          </a:p>
          <a:p>
            <a:pPr fontAlgn="ctr"/>
            <a:r>
              <a:rPr lang="en-GB" dirty="0"/>
              <a:t>How we evaluate usefulness (predictive power &amp; interpretability)</a:t>
            </a:r>
          </a:p>
          <a:p>
            <a:pPr fontAlgn="ctr"/>
            <a:r>
              <a:rPr lang="en-GB" dirty="0"/>
              <a:t>-&gt; diagram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C43DD9-2820-8119-F49D-D3182251B0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0AE4A68-F381-C915-CE94-FA32A90DAF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362320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C620A-0F39-8A45-D4FD-D7F2285D5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7">
            <a:extLst>
              <a:ext uri="{FF2B5EF4-FFF2-40B4-BE49-F238E27FC236}">
                <a16:creationId xmlns:a16="http://schemas.microsoft.com/office/drawing/2014/main" id="{8D3E3EA3-37E4-9035-FA5E-CED1E0CA3FB8}"/>
              </a:ext>
            </a:extLst>
          </p:cNvPr>
          <p:cNvSpPr txBox="1">
            <a:spLocks/>
          </p:cNvSpPr>
          <p:nvPr/>
        </p:nvSpPr>
        <p:spPr>
          <a:xfrm>
            <a:off x="539750" y="579558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1</a:t>
            </a:r>
            <a:endParaRPr lang="en-US" b="1" dirty="0"/>
          </a:p>
        </p:txBody>
      </p:sp>
      <p:sp>
        <p:nvSpPr>
          <p:cNvPr id="23" name="Textplatzhalter 8">
            <a:extLst>
              <a:ext uri="{FF2B5EF4-FFF2-40B4-BE49-F238E27FC236}">
                <a16:creationId xmlns:a16="http://schemas.microsoft.com/office/drawing/2014/main" id="{5512D03B-342F-3AE1-DD68-D53584969892}"/>
              </a:ext>
            </a:extLst>
          </p:cNvPr>
          <p:cNvSpPr txBox="1">
            <a:spLocks/>
          </p:cNvSpPr>
          <p:nvPr/>
        </p:nvSpPr>
        <p:spPr>
          <a:xfrm>
            <a:off x="1033133" y="579558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Introduction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A5BD6DFA-3F96-CE11-6F85-843BA27ABF2B}"/>
              </a:ext>
            </a:extLst>
          </p:cNvPr>
          <p:cNvSpPr txBox="1">
            <a:spLocks/>
          </p:cNvSpPr>
          <p:nvPr/>
        </p:nvSpPr>
        <p:spPr>
          <a:xfrm>
            <a:off x="539750" y="1010227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2</a:t>
            </a:r>
            <a:endParaRPr lang="en-US" b="1" dirty="0"/>
          </a:p>
        </p:txBody>
      </p:sp>
      <p:sp>
        <p:nvSpPr>
          <p:cNvPr id="25" name="Textplatzhalter 10">
            <a:extLst>
              <a:ext uri="{FF2B5EF4-FFF2-40B4-BE49-F238E27FC236}">
                <a16:creationId xmlns:a16="http://schemas.microsoft.com/office/drawing/2014/main" id="{CFE00C2A-F509-F43C-9F00-B85B8842CD12}"/>
              </a:ext>
            </a:extLst>
          </p:cNvPr>
          <p:cNvSpPr txBox="1">
            <a:spLocks/>
          </p:cNvSpPr>
          <p:nvPr/>
        </p:nvSpPr>
        <p:spPr>
          <a:xfrm>
            <a:off x="1033133" y="1010227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Definition</a:t>
            </a:r>
          </a:p>
        </p:txBody>
      </p:sp>
      <p:sp>
        <p:nvSpPr>
          <p:cNvPr id="26" name="Textplatzhalter 11">
            <a:extLst>
              <a:ext uri="{FF2B5EF4-FFF2-40B4-BE49-F238E27FC236}">
                <a16:creationId xmlns:a16="http://schemas.microsoft.com/office/drawing/2014/main" id="{F5C81741-8A3F-14BA-4385-4D0F87AF239C}"/>
              </a:ext>
            </a:extLst>
          </p:cNvPr>
          <p:cNvSpPr txBox="1">
            <a:spLocks/>
          </p:cNvSpPr>
          <p:nvPr/>
        </p:nvSpPr>
        <p:spPr>
          <a:xfrm>
            <a:off x="539750" y="1440896"/>
            <a:ext cx="416226" cy="338433"/>
          </a:xfrm>
          <a:prstGeom prst="rect">
            <a:avLst/>
          </a:prstGeom>
          <a:solidFill>
            <a:srgbClr val="76B900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chemeClr val="bg1"/>
                </a:solidFill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BDCB74C4-B454-4EF9-49BA-E96AB290CD49}"/>
              </a:ext>
            </a:extLst>
          </p:cNvPr>
          <p:cNvSpPr txBox="1">
            <a:spLocks/>
          </p:cNvSpPr>
          <p:nvPr/>
        </p:nvSpPr>
        <p:spPr>
          <a:xfrm>
            <a:off x="1033133" y="1440896"/>
            <a:ext cx="7752092" cy="338433"/>
          </a:xfrm>
          <a:prstGeom prst="rect">
            <a:avLst/>
          </a:prstGeom>
          <a:solidFill>
            <a:srgbClr val="76B900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/>
                </a:solidFill>
              </a:rPr>
              <a:t>Dependent and independent variables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Textplatzhalter 13">
            <a:extLst>
              <a:ext uri="{FF2B5EF4-FFF2-40B4-BE49-F238E27FC236}">
                <a16:creationId xmlns:a16="http://schemas.microsoft.com/office/drawing/2014/main" id="{9A045799-0BA0-3D5E-8B81-076BE5511F7C}"/>
              </a:ext>
            </a:extLst>
          </p:cNvPr>
          <p:cNvSpPr txBox="1">
            <a:spLocks/>
          </p:cNvSpPr>
          <p:nvPr/>
        </p:nvSpPr>
        <p:spPr>
          <a:xfrm>
            <a:off x="539750" y="1871565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4</a:t>
            </a:r>
            <a:endParaRPr lang="en-US" b="1" dirty="0"/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D746351B-3D4A-0375-B9B1-F3AECB052B62}"/>
              </a:ext>
            </a:extLst>
          </p:cNvPr>
          <p:cNvSpPr txBox="1">
            <a:spLocks/>
          </p:cNvSpPr>
          <p:nvPr/>
        </p:nvSpPr>
        <p:spPr>
          <a:xfrm>
            <a:off x="1033133" y="1871565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Model specification &amp; design</a:t>
            </a:r>
          </a:p>
        </p:txBody>
      </p:sp>
      <p:sp>
        <p:nvSpPr>
          <p:cNvPr id="30" name="Textplatzhalter 15">
            <a:extLst>
              <a:ext uri="{FF2B5EF4-FFF2-40B4-BE49-F238E27FC236}">
                <a16:creationId xmlns:a16="http://schemas.microsoft.com/office/drawing/2014/main" id="{D76EF28C-9493-E170-EE39-B02E67A2553D}"/>
              </a:ext>
            </a:extLst>
          </p:cNvPr>
          <p:cNvSpPr txBox="1">
            <a:spLocks/>
          </p:cNvSpPr>
          <p:nvPr/>
        </p:nvSpPr>
        <p:spPr>
          <a:xfrm>
            <a:off x="539750" y="2302234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5</a:t>
            </a:r>
          </a:p>
        </p:txBody>
      </p:sp>
      <p:sp>
        <p:nvSpPr>
          <p:cNvPr id="31" name="Textplatzhalter 16">
            <a:extLst>
              <a:ext uri="{FF2B5EF4-FFF2-40B4-BE49-F238E27FC236}">
                <a16:creationId xmlns:a16="http://schemas.microsoft.com/office/drawing/2014/main" id="{6C5C1CD5-B071-9DB7-880E-F033EF2DB86E}"/>
              </a:ext>
            </a:extLst>
          </p:cNvPr>
          <p:cNvSpPr txBox="1">
            <a:spLocks/>
          </p:cNvSpPr>
          <p:nvPr/>
        </p:nvSpPr>
        <p:spPr>
          <a:xfrm>
            <a:off x="1033133" y="2302234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Fitting and </a:t>
            </a:r>
            <a:r>
              <a:rPr lang="en-GB" dirty="0" err="1"/>
              <a:t>los</a:t>
            </a:r>
            <a:r>
              <a:rPr lang="en-GB" dirty="0"/>
              <a:t> functions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C70FBAD6-174F-1C09-DEDB-A647E6742DDF}"/>
              </a:ext>
            </a:extLst>
          </p:cNvPr>
          <p:cNvSpPr txBox="1">
            <a:spLocks/>
          </p:cNvSpPr>
          <p:nvPr/>
        </p:nvSpPr>
        <p:spPr>
          <a:xfrm>
            <a:off x="539750" y="2732903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6</a:t>
            </a:r>
            <a:endParaRPr lang="en-US" b="1" dirty="0"/>
          </a:p>
        </p:txBody>
      </p:sp>
      <p:sp>
        <p:nvSpPr>
          <p:cNvPr id="33" name="Textplatzhalter 18">
            <a:extLst>
              <a:ext uri="{FF2B5EF4-FFF2-40B4-BE49-F238E27FC236}">
                <a16:creationId xmlns:a16="http://schemas.microsoft.com/office/drawing/2014/main" id="{C8F793D4-F611-F0F3-28D4-2301BA0873EB}"/>
              </a:ext>
            </a:extLst>
          </p:cNvPr>
          <p:cNvSpPr txBox="1">
            <a:spLocks/>
          </p:cNvSpPr>
          <p:nvPr/>
        </p:nvSpPr>
        <p:spPr>
          <a:xfrm>
            <a:off x="1033133" y="2732903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Confidence intervals and evaluation</a:t>
            </a:r>
          </a:p>
        </p:txBody>
      </p:sp>
      <p:sp>
        <p:nvSpPr>
          <p:cNvPr id="35" name="Textplatzhalter 15">
            <a:extLst>
              <a:ext uri="{FF2B5EF4-FFF2-40B4-BE49-F238E27FC236}">
                <a16:creationId xmlns:a16="http://schemas.microsoft.com/office/drawing/2014/main" id="{4565EC49-480F-4132-60C2-507BBE24B0D2}"/>
              </a:ext>
            </a:extLst>
          </p:cNvPr>
          <p:cNvSpPr txBox="1">
            <a:spLocks/>
          </p:cNvSpPr>
          <p:nvPr/>
        </p:nvSpPr>
        <p:spPr>
          <a:xfrm>
            <a:off x="539750" y="3163572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7</a:t>
            </a:r>
          </a:p>
        </p:txBody>
      </p:sp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BCDDD64A-F8D7-5FC5-977E-391FDD0F3CD8}"/>
              </a:ext>
            </a:extLst>
          </p:cNvPr>
          <p:cNvSpPr txBox="1">
            <a:spLocks/>
          </p:cNvSpPr>
          <p:nvPr/>
        </p:nvSpPr>
        <p:spPr>
          <a:xfrm>
            <a:off x="1033133" y="316357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Assumptions and diagnostics</a:t>
            </a:r>
          </a:p>
        </p:txBody>
      </p:sp>
      <p:sp>
        <p:nvSpPr>
          <p:cNvPr id="37" name="Textplatzhalter 17">
            <a:extLst>
              <a:ext uri="{FF2B5EF4-FFF2-40B4-BE49-F238E27FC236}">
                <a16:creationId xmlns:a16="http://schemas.microsoft.com/office/drawing/2014/main" id="{77269CF0-9E65-F4A1-981C-84995B30E3A1}"/>
              </a:ext>
            </a:extLst>
          </p:cNvPr>
          <p:cNvSpPr txBox="1">
            <a:spLocks/>
          </p:cNvSpPr>
          <p:nvPr/>
        </p:nvSpPr>
        <p:spPr>
          <a:xfrm>
            <a:off x="539750" y="3594243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8</a:t>
            </a:r>
          </a:p>
        </p:txBody>
      </p:sp>
      <p:sp>
        <p:nvSpPr>
          <p:cNvPr id="38" name="Textplatzhalter 18">
            <a:extLst>
              <a:ext uri="{FF2B5EF4-FFF2-40B4-BE49-F238E27FC236}">
                <a16:creationId xmlns:a16="http://schemas.microsoft.com/office/drawing/2014/main" id="{4A61A84A-ED15-7C7A-1FD6-92174E14C70B}"/>
              </a:ext>
            </a:extLst>
          </p:cNvPr>
          <p:cNvSpPr txBox="1">
            <a:spLocks/>
          </p:cNvSpPr>
          <p:nvPr/>
        </p:nvSpPr>
        <p:spPr>
          <a:xfrm>
            <a:off x="1033133" y="359424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Predictive power &amp; interpretability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25B9D49-0DDC-796F-554E-9838030FE9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3305840-377F-1A04-B665-B9CA900663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A96965BC-B78A-BA84-8A51-79323B1A5D0A}"/>
              </a:ext>
            </a:extLst>
          </p:cNvPr>
          <p:cNvSpPr txBox="1">
            <a:spLocks/>
          </p:cNvSpPr>
          <p:nvPr/>
        </p:nvSpPr>
        <p:spPr>
          <a:xfrm>
            <a:off x="539750" y="4024913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9</a:t>
            </a:r>
          </a:p>
        </p:txBody>
      </p:sp>
      <p:sp>
        <p:nvSpPr>
          <p:cNvPr id="6" name="Textplatzhalter 18">
            <a:extLst>
              <a:ext uri="{FF2B5EF4-FFF2-40B4-BE49-F238E27FC236}">
                <a16:creationId xmlns:a16="http://schemas.microsoft.com/office/drawing/2014/main" id="{D2471918-D480-1259-F595-13801073BD6F}"/>
              </a:ext>
            </a:extLst>
          </p:cNvPr>
          <p:cNvSpPr txBox="1">
            <a:spLocks/>
          </p:cNvSpPr>
          <p:nvPr/>
        </p:nvSpPr>
        <p:spPr>
          <a:xfrm>
            <a:off x="1033133" y="402491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142157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3ADE8-53E7-DABD-6DFC-7DADFEA9B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D60ACA9-0A6F-C134-A2F3-58352B476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Dependent and independent variables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0541F83-A82F-5A49-EB9C-6BF2179DF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600" b="1" noProof="1"/>
              <a:t>Lorem ipsum dolor sit amet, consectetuer adipiscing elit. Maecenas porttitor congue </a:t>
            </a:r>
            <a:br>
              <a:rPr lang="de-DE" sz="1600" b="1" noProof="1"/>
            </a:br>
            <a:r>
              <a:rPr lang="de-DE" sz="1600" b="1" noProof="1"/>
              <a:t>massa. Fusce posuere, magna sed pulvinar ultricies, purus lectus malesuada libero, </a:t>
            </a:r>
            <a:br>
              <a:rPr lang="de-DE" sz="1600" b="1" noProof="1"/>
            </a:br>
            <a:r>
              <a:rPr lang="de-DE" sz="1600" b="1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</a:t>
            </a:r>
            <a:br>
              <a:rPr lang="de-DE" sz="1400" noProof="1"/>
            </a:br>
            <a:r>
              <a:rPr lang="de-DE" sz="1400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</a:t>
            </a:r>
            <a:br>
              <a:rPr lang="de-DE" sz="1400" noProof="1"/>
            </a:br>
            <a:r>
              <a:rPr lang="de-DE" sz="1400" noProof="1"/>
              <a:t>Maecenas porttitor congue massa. 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Fusce posuere, magna sed pulvinar ultricies, purus lectus malesuada libero, </a:t>
            </a:r>
            <a:br>
              <a:rPr lang="de-DE" sz="1200" noProof="1"/>
            </a:br>
            <a:r>
              <a:rPr lang="de-DE" sz="1200" noProof="1"/>
              <a:t>sit amet commodo magna eros quis urna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Purus lectus malesuada libero, sit amet commodo </a:t>
            </a:r>
          </a:p>
          <a:p>
            <a:pPr marL="357188" lvl="4">
              <a:spcAft>
                <a:spcPts val="600"/>
              </a:spcAft>
            </a:pPr>
            <a:endParaRPr lang="de-DE" sz="12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F18E0E-6FF5-6294-1F4A-9C7B9698F1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40F8D75-996B-84BE-4AD6-905CB96949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324987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21A65-33AB-2484-19DA-3DFB039BC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79FA6673-AAA1-FDF7-5876-4B91BA781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305147"/>
            <a:ext cx="7524750" cy="436017"/>
          </a:xfrm>
        </p:spPr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E05F897-C129-961E-5CF5-7E981D368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600" b="1" noProof="1"/>
              <a:t>Lorem ipsum dolor sit amet, consectetuer adipiscing elit. Maecenas porttitor congue </a:t>
            </a:r>
            <a:br>
              <a:rPr lang="de-DE" sz="1600" b="1" noProof="1"/>
            </a:br>
            <a:r>
              <a:rPr lang="de-DE" sz="1600" b="1" noProof="1"/>
              <a:t>massa. Fusce posuere, magna sed pulvinar ultricies, purus lectus malesuada libero, </a:t>
            </a:r>
            <a:br>
              <a:rPr lang="de-DE" sz="1600" b="1" noProof="1"/>
            </a:br>
            <a:r>
              <a:rPr lang="de-DE" sz="1600" b="1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</a:t>
            </a:r>
            <a:br>
              <a:rPr lang="de-DE" sz="1400" noProof="1"/>
            </a:br>
            <a:r>
              <a:rPr lang="de-DE" sz="1400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</a:t>
            </a:r>
            <a:br>
              <a:rPr lang="de-DE" sz="1400" noProof="1"/>
            </a:br>
            <a:r>
              <a:rPr lang="de-DE" sz="1400" noProof="1"/>
              <a:t>Maecenas porttitor congue massa. 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Fusce posuere, magna sed pulvinar ultricies, purus lectus malesuada libero, </a:t>
            </a:r>
            <a:br>
              <a:rPr lang="de-DE" sz="1200" noProof="1"/>
            </a:br>
            <a:r>
              <a:rPr lang="de-DE" sz="1200" noProof="1"/>
              <a:t>sit amet commodo magna eros quis urna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Purus lectus malesuada libero, sit amet commodo </a:t>
            </a:r>
          </a:p>
          <a:p>
            <a:pPr marL="357188" lvl="4">
              <a:spcAft>
                <a:spcPts val="600"/>
              </a:spcAft>
            </a:pPr>
            <a:endParaRPr lang="de-DE" sz="12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09A0ED-6768-69A2-ACC8-857E5643E3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99FA622-79A7-9E24-B816-F74CABEF80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240121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15B83-C19D-9350-0F56-4494EC62D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7">
            <a:extLst>
              <a:ext uri="{FF2B5EF4-FFF2-40B4-BE49-F238E27FC236}">
                <a16:creationId xmlns:a16="http://schemas.microsoft.com/office/drawing/2014/main" id="{D2078AC2-D724-EC8C-D217-DEDF8D170AFB}"/>
              </a:ext>
            </a:extLst>
          </p:cNvPr>
          <p:cNvSpPr txBox="1">
            <a:spLocks/>
          </p:cNvSpPr>
          <p:nvPr/>
        </p:nvSpPr>
        <p:spPr>
          <a:xfrm>
            <a:off x="539750" y="579558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1</a:t>
            </a:r>
            <a:endParaRPr lang="en-US" b="1" dirty="0"/>
          </a:p>
        </p:txBody>
      </p:sp>
      <p:sp>
        <p:nvSpPr>
          <p:cNvPr id="23" name="Textplatzhalter 8">
            <a:extLst>
              <a:ext uri="{FF2B5EF4-FFF2-40B4-BE49-F238E27FC236}">
                <a16:creationId xmlns:a16="http://schemas.microsoft.com/office/drawing/2014/main" id="{48A3B8DD-A94C-6215-E7C8-F03324A47BAE}"/>
              </a:ext>
            </a:extLst>
          </p:cNvPr>
          <p:cNvSpPr txBox="1">
            <a:spLocks/>
          </p:cNvSpPr>
          <p:nvPr/>
        </p:nvSpPr>
        <p:spPr>
          <a:xfrm>
            <a:off x="1033133" y="579558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Introduction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F6F7D1A7-A5A2-6300-AF50-1DDE84F800D5}"/>
              </a:ext>
            </a:extLst>
          </p:cNvPr>
          <p:cNvSpPr txBox="1">
            <a:spLocks/>
          </p:cNvSpPr>
          <p:nvPr/>
        </p:nvSpPr>
        <p:spPr>
          <a:xfrm>
            <a:off x="539750" y="1010227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2</a:t>
            </a:r>
            <a:endParaRPr lang="en-US" b="1" dirty="0"/>
          </a:p>
        </p:txBody>
      </p:sp>
      <p:sp>
        <p:nvSpPr>
          <p:cNvPr id="25" name="Textplatzhalter 10">
            <a:extLst>
              <a:ext uri="{FF2B5EF4-FFF2-40B4-BE49-F238E27FC236}">
                <a16:creationId xmlns:a16="http://schemas.microsoft.com/office/drawing/2014/main" id="{7EAA1BFB-3FFF-8CC4-B2FE-2589114FFF46}"/>
              </a:ext>
            </a:extLst>
          </p:cNvPr>
          <p:cNvSpPr txBox="1">
            <a:spLocks/>
          </p:cNvSpPr>
          <p:nvPr/>
        </p:nvSpPr>
        <p:spPr>
          <a:xfrm>
            <a:off x="1033133" y="1010227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Definition</a:t>
            </a:r>
          </a:p>
        </p:txBody>
      </p:sp>
      <p:sp>
        <p:nvSpPr>
          <p:cNvPr id="26" name="Textplatzhalter 11">
            <a:extLst>
              <a:ext uri="{FF2B5EF4-FFF2-40B4-BE49-F238E27FC236}">
                <a16:creationId xmlns:a16="http://schemas.microsoft.com/office/drawing/2014/main" id="{25483AAA-1C13-570C-F4E0-BEA1991EE2DD}"/>
              </a:ext>
            </a:extLst>
          </p:cNvPr>
          <p:cNvSpPr txBox="1">
            <a:spLocks/>
          </p:cNvSpPr>
          <p:nvPr/>
        </p:nvSpPr>
        <p:spPr>
          <a:xfrm>
            <a:off x="539750" y="1440896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3</a:t>
            </a:r>
            <a:endParaRPr lang="en-US" b="1" dirty="0"/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492809FE-2C1A-EE36-7FA1-4AA70A21B05E}"/>
              </a:ext>
            </a:extLst>
          </p:cNvPr>
          <p:cNvSpPr txBox="1">
            <a:spLocks/>
          </p:cNvSpPr>
          <p:nvPr/>
        </p:nvSpPr>
        <p:spPr>
          <a:xfrm>
            <a:off x="1033133" y="1440896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Dependent and independent variables</a:t>
            </a:r>
            <a:endParaRPr lang="en-US" dirty="0"/>
          </a:p>
        </p:txBody>
      </p:sp>
      <p:sp>
        <p:nvSpPr>
          <p:cNvPr id="28" name="Textplatzhalter 13">
            <a:extLst>
              <a:ext uri="{FF2B5EF4-FFF2-40B4-BE49-F238E27FC236}">
                <a16:creationId xmlns:a16="http://schemas.microsoft.com/office/drawing/2014/main" id="{644D0442-C665-3843-ED27-AD03D630FA90}"/>
              </a:ext>
            </a:extLst>
          </p:cNvPr>
          <p:cNvSpPr txBox="1">
            <a:spLocks/>
          </p:cNvSpPr>
          <p:nvPr/>
        </p:nvSpPr>
        <p:spPr>
          <a:xfrm>
            <a:off x="539750" y="1871565"/>
            <a:ext cx="416226" cy="338433"/>
          </a:xfrm>
          <a:prstGeom prst="rect">
            <a:avLst/>
          </a:prstGeom>
          <a:solidFill>
            <a:srgbClr val="76B900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chemeClr val="bg1"/>
                </a:solidFill>
              </a:rPr>
              <a:t>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E953A981-5F42-6718-2354-8B62D9049521}"/>
              </a:ext>
            </a:extLst>
          </p:cNvPr>
          <p:cNvSpPr txBox="1">
            <a:spLocks/>
          </p:cNvSpPr>
          <p:nvPr/>
        </p:nvSpPr>
        <p:spPr>
          <a:xfrm>
            <a:off x="1033133" y="1871565"/>
            <a:ext cx="7752092" cy="338433"/>
          </a:xfrm>
          <a:prstGeom prst="rect">
            <a:avLst/>
          </a:prstGeom>
          <a:solidFill>
            <a:srgbClr val="76B900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/>
                </a:solidFill>
              </a:rPr>
              <a:t>Model specification &amp; design</a:t>
            </a:r>
          </a:p>
        </p:txBody>
      </p:sp>
      <p:sp>
        <p:nvSpPr>
          <p:cNvPr id="30" name="Textplatzhalter 15">
            <a:extLst>
              <a:ext uri="{FF2B5EF4-FFF2-40B4-BE49-F238E27FC236}">
                <a16:creationId xmlns:a16="http://schemas.microsoft.com/office/drawing/2014/main" id="{EBD506A0-8790-D07A-7353-E004C902B131}"/>
              </a:ext>
            </a:extLst>
          </p:cNvPr>
          <p:cNvSpPr txBox="1">
            <a:spLocks/>
          </p:cNvSpPr>
          <p:nvPr/>
        </p:nvSpPr>
        <p:spPr>
          <a:xfrm>
            <a:off x="539750" y="2302234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5</a:t>
            </a:r>
          </a:p>
        </p:txBody>
      </p:sp>
      <p:sp>
        <p:nvSpPr>
          <p:cNvPr id="31" name="Textplatzhalter 16">
            <a:extLst>
              <a:ext uri="{FF2B5EF4-FFF2-40B4-BE49-F238E27FC236}">
                <a16:creationId xmlns:a16="http://schemas.microsoft.com/office/drawing/2014/main" id="{21769C83-8093-C6D2-5151-1E45E08BFABE}"/>
              </a:ext>
            </a:extLst>
          </p:cNvPr>
          <p:cNvSpPr txBox="1">
            <a:spLocks/>
          </p:cNvSpPr>
          <p:nvPr/>
        </p:nvSpPr>
        <p:spPr>
          <a:xfrm>
            <a:off x="1033133" y="2302234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Fitting and </a:t>
            </a:r>
            <a:r>
              <a:rPr lang="en-GB" dirty="0" err="1"/>
              <a:t>los</a:t>
            </a:r>
            <a:r>
              <a:rPr lang="en-GB" dirty="0"/>
              <a:t> functions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6D4FCC1D-C441-AA66-093F-871F344DB06D}"/>
              </a:ext>
            </a:extLst>
          </p:cNvPr>
          <p:cNvSpPr txBox="1">
            <a:spLocks/>
          </p:cNvSpPr>
          <p:nvPr/>
        </p:nvSpPr>
        <p:spPr>
          <a:xfrm>
            <a:off x="539750" y="2732903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6</a:t>
            </a:r>
            <a:endParaRPr lang="en-US" b="1" dirty="0"/>
          </a:p>
        </p:txBody>
      </p:sp>
      <p:sp>
        <p:nvSpPr>
          <p:cNvPr id="33" name="Textplatzhalter 18">
            <a:extLst>
              <a:ext uri="{FF2B5EF4-FFF2-40B4-BE49-F238E27FC236}">
                <a16:creationId xmlns:a16="http://schemas.microsoft.com/office/drawing/2014/main" id="{3B4EBBEC-125E-F74B-E062-56709956B78B}"/>
              </a:ext>
            </a:extLst>
          </p:cNvPr>
          <p:cNvSpPr txBox="1">
            <a:spLocks/>
          </p:cNvSpPr>
          <p:nvPr/>
        </p:nvSpPr>
        <p:spPr>
          <a:xfrm>
            <a:off x="1033133" y="2732903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Confidence intervals and evaluation</a:t>
            </a:r>
          </a:p>
        </p:txBody>
      </p:sp>
      <p:sp>
        <p:nvSpPr>
          <p:cNvPr id="35" name="Textplatzhalter 15">
            <a:extLst>
              <a:ext uri="{FF2B5EF4-FFF2-40B4-BE49-F238E27FC236}">
                <a16:creationId xmlns:a16="http://schemas.microsoft.com/office/drawing/2014/main" id="{249FC66A-881E-09D5-AA77-1C75A4627FF5}"/>
              </a:ext>
            </a:extLst>
          </p:cNvPr>
          <p:cNvSpPr txBox="1">
            <a:spLocks/>
          </p:cNvSpPr>
          <p:nvPr/>
        </p:nvSpPr>
        <p:spPr>
          <a:xfrm>
            <a:off x="539750" y="3163572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7</a:t>
            </a:r>
          </a:p>
        </p:txBody>
      </p:sp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4FE54D12-6916-6DBF-A494-2C54703456B1}"/>
              </a:ext>
            </a:extLst>
          </p:cNvPr>
          <p:cNvSpPr txBox="1">
            <a:spLocks/>
          </p:cNvSpPr>
          <p:nvPr/>
        </p:nvSpPr>
        <p:spPr>
          <a:xfrm>
            <a:off x="1033133" y="316357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Assumptions and diagnostics</a:t>
            </a:r>
          </a:p>
        </p:txBody>
      </p:sp>
      <p:sp>
        <p:nvSpPr>
          <p:cNvPr id="37" name="Textplatzhalter 17">
            <a:extLst>
              <a:ext uri="{FF2B5EF4-FFF2-40B4-BE49-F238E27FC236}">
                <a16:creationId xmlns:a16="http://schemas.microsoft.com/office/drawing/2014/main" id="{C0427293-7DB7-A569-4397-F616F3DF1AFA}"/>
              </a:ext>
            </a:extLst>
          </p:cNvPr>
          <p:cNvSpPr txBox="1">
            <a:spLocks/>
          </p:cNvSpPr>
          <p:nvPr/>
        </p:nvSpPr>
        <p:spPr>
          <a:xfrm>
            <a:off x="539750" y="3594243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8</a:t>
            </a:r>
          </a:p>
        </p:txBody>
      </p:sp>
      <p:sp>
        <p:nvSpPr>
          <p:cNvPr id="38" name="Textplatzhalter 18">
            <a:extLst>
              <a:ext uri="{FF2B5EF4-FFF2-40B4-BE49-F238E27FC236}">
                <a16:creationId xmlns:a16="http://schemas.microsoft.com/office/drawing/2014/main" id="{B8F2CF06-0319-52FE-A742-9B2D46767EFF}"/>
              </a:ext>
            </a:extLst>
          </p:cNvPr>
          <p:cNvSpPr txBox="1">
            <a:spLocks/>
          </p:cNvSpPr>
          <p:nvPr/>
        </p:nvSpPr>
        <p:spPr>
          <a:xfrm>
            <a:off x="1033133" y="359424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Predictive power &amp; interpretability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042AA3F-6DDB-2B85-9DD4-EE65F09DCE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6AB70CC-6947-7620-FA31-1447C65664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93792A60-D2EB-931D-92E6-33D935375B41}"/>
              </a:ext>
            </a:extLst>
          </p:cNvPr>
          <p:cNvSpPr txBox="1">
            <a:spLocks/>
          </p:cNvSpPr>
          <p:nvPr/>
        </p:nvSpPr>
        <p:spPr>
          <a:xfrm>
            <a:off x="539750" y="4024913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9</a:t>
            </a:r>
          </a:p>
        </p:txBody>
      </p:sp>
      <p:sp>
        <p:nvSpPr>
          <p:cNvPr id="6" name="Textplatzhalter 18">
            <a:extLst>
              <a:ext uri="{FF2B5EF4-FFF2-40B4-BE49-F238E27FC236}">
                <a16:creationId xmlns:a16="http://schemas.microsoft.com/office/drawing/2014/main" id="{9D570AF9-10EE-A983-A601-5B4567838497}"/>
              </a:ext>
            </a:extLst>
          </p:cNvPr>
          <p:cNvSpPr txBox="1">
            <a:spLocks/>
          </p:cNvSpPr>
          <p:nvPr/>
        </p:nvSpPr>
        <p:spPr>
          <a:xfrm>
            <a:off x="1033133" y="402491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16746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D0095-D35C-3DDE-0CFA-89F548026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293DEFA-799E-4D74-6909-294FF6568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specification &amp; design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305B303-84C1-D84F-176D-B83776359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600" b="1" noProof="1"/>
              <a:t>Lorem ipsum dolor sit amet, consectetuer adipiscing elit. Maecenas porttitor congue </a:t>
            </a:r>
            <a:br>
              <a:rPr lang="de-DE" sz="1600" b="1" noProof="1"/>
            </a:br>
            <a:r>
              <a:rPr lang="de-DE" sz="1600" b="1" noProof="1"/>
              <a:t>massa. Fusce posuere, magna sed pulvinar ultricies, purus lectus malesuada libero, </a:t>
            </a:r>
            <a:br>
              <a:rPr lang="de-DE" sz="1600" b="1" noProof="1"/>
            </a:br>
            <a:r>
              <a:rPr lang="de-DE" sz="1600" b="1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</a:t>
            </a:r>
            <a:br>
              <a:rPr lang="de-DE" sz="1400" noProof="1"/>
            </a:br>
            <a:r>
              <a:rPr lang="de-DE" sz="1400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</a:t>
            </a:r>
            <a:br>
              <a:rPr lang="de-DE" sz="1400" noProof="1"/>
            </a:br>
            <a:r>
              <a:rPr lang="de-DE" sz="1400" noProof="1"/>
              <a:t>Maecenas porttitor congue massa. 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Fusce posuere, magna sed pulvinar ultricies, purus lectus malesuada libero, </a:t>
            </a:r>
            <a:br>
              <a:rPr lang="de-DE" sz="1200" noProof="1"/>
            </a:br>
            <a:r>
              <a:rPr lang="de-DE" sz="1200" noProof="1"/>
              <a:t>sit amet commodo magna eros quis urna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Purus lectus malesuada libero, sit amet commodo </a:t>
            </a:r>
          </a:p>
          <a:p>
            <a:pPr marL="357188" lvl="4">
              <a:spcAft>
                <a:spcPts val="600"/>
              </a:spcAft>
            </a:pPr>
            <a:endParaRPr lang="de-DE" sz="12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79AF67-1A67-3605-F87B-EA64021D60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0548F6B-DF1C-BFA5-F7A0-F26455C6CB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271674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63BE4-C83C-A24B-271F-F024B560C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36F87DB-4342-19A6-F0FA-B2FC71750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305147"/>
            <a:ext cx="7524750" cy="436017"/>
          </a:xfrm>
        </p:spPr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00DF636-86FD-B83F-EEA0-894643B8E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600" b="1" noProof="1"/>
              <a:t>Lorem ipsum dolor sit amet, consectetuer adipiscing elit. Maecenas porttitor congue </a:t>
            </a:r>
            <a:br>
              <a:rPr lang="de-DE" sz="1600" b="1" noProof="1"/>
            </a:br>
            <a:r>
              <a:rPr lang="de-DE" sz="1600" b="1" noProof="1"/>
              <a:t>massa. Fusce posuere, magna sed pulvinar ultricies, purus lectus malesuada libero, </a:t>
            </a:r>
            <a:br>
              <a:rPr lang="de-DE" sz="1600" b="1" noProof="1"/>
            </a:br>
            <a:r>
              <a:rPr lang="de-DE" sz="1600" b="1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</a:t>
            </a:r>
            <a:br>
              <a:rPr lang="de-DE" sz="1400" noProof="1"/>
            </a:br>
            <a:r>
              <a:rPr lang="de-DE" sz="1400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</a:t>
            </a:r>
            <a:br>
              <a:rPr lang="de-DE" sz="1400" noProof="1"/>
            </a:br>
            <a:r>
              <a:rPr lang="de-DE" sz="1400" noProof="1"/>
              <a:t>Maecenas porttitor congue massa. 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Fusce posuere, magna sed pulvinar ultricies, purus lectus malesuada libero, </a:t>
            </a:r>
            <a:br>
              <a:rPr lang="de-DE" sz="1200" noProof="1"/>
            </a:br>
            <a:r>
              <a:rPr lang="de-DE" sz="1200" noProof="1"/>
              <a:t>sit amet commodo magna eros quis urna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Purus lectus malesuada libero, sit amet commodo </a:t>
            </a:r>
          </a:p>
          <a:p>
            <a:pPr marL="357188" lvl="4">
              <a:spcAft>
                <a:spcPts val="600"/>
              </a:spcAft>
            </a:pPr>
            <a:endParaRPr lang="de-DE" sz="12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52486C-3FEA-E54B-DC2E-57289EAC7A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6078D4C-D6CC-BBAE-146C-198FDB559A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4205816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2E118-97AC-E38F-881D-45A5BE81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7">
            <a:extLst>
              <a:ext uri="{FF2B5EF4-FFF2-40B4-BE49-F238E27FC236}">
                <a16:creationId xmlns:a16="http://schemas.microsoft.com/office/drawing/2014/main" id="{C9602613-BAAD-B489-0A8D-CDA6DA3F9C8C}"/>
              </a:ext>
            </a:extLst>
          </p:cNvPr>
          <p:cNvSpPr txBox="1">
            <a:spLocks/>
          </p:cNvSpPr>
          <p:nvPr/>
        </p:nvSpPr>
        <p:spPr>
          <a:xfrm>
            <a:off x="539750" y="579558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1</a:t>
            </a:r>
            <a:endParaRPr lang="en-US" b="1" dirty="0"/>
          </a:p>
        </p:txBody>
      </p:sp>
      <p:sp>
        <p:nvSpPr>
          <p:cNvPr id="23" name="Textplatzhalter 8">
            <a:extLst>
              <a:ext uri="{FF2B5EF4-FFF2-40B4-BE49-F238E27FC236}">
                <a16:creationId xmlns:a16="http://schemas.microsoft.com/office/drawing/2014/main" id="{980E8279-8B4C-2C33-7E95-79471D28354B}"/>
              </a:ext>
            </a:extLst>
          </p:cNvPr>
          <p:cNvSpPr txBox="1">
            <a:spLocks/>
          </p:cNvSpPr>
          <p:nvPr/>
        </p:nvSpPr>
        <p:spPr>
          <a:xfrm>
            <a:off x="1033133" y="579558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Introduction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2ECAF9C5-84A2-620F-B37B-18906AC3C49D}"/>
              </a:ext>
            </a:extLst>
          </p:cNvPr>
          <p:cNvSpPr txBox="1">
            <a:spLocks/>
          </p:cNvSpPr>
          <p:nvPr/>
        </p:nvSpPr>
        <p:spPr>
          <a:xfrm>
            <a:off x="539750" y="1010227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2</a:t>
            </a:r>
            <a:endParaRPr lang="en-US" b="1" dirty="0"/>
          </a:p>
        </p:txBody>
      </p:sp>
      <p:sp>
        <p:nvSpPr>
          <p:cNvPr id="25" name="Textplatzhalter 10">
            <a:extLst>
              <a:ext uri="{FF2B5EF4-FFF2-40B4-BE49-F238E27FC236}">
                <a16:creationId xmlns:a16="http://schemas.microsoft.com/office/drawing/2014/main" id="{48EBBB42-9A9A-659B-7513-6518DFBE0A7E}"/>
              </a:ext>
            </a:extLst>
          </p:cNvPr>
          <p:cNvSpPr txBox="1">
            <a:spLocks/>
          </p:cNvSpPr>
          <p:nvPr/>
        </p:nvSpPr>
        <p:spPr>
          <a:xfrm>
            <a:off x="1033133" y="1010227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Definition</a:t>
            </a:r>
          </a:p>
        </p:txBody>
      </p:sp>
      <p:sp>
        <p:nvSpPr>
          <p:cNvPr id="26" name="Textplatzhalter 11">
            <a:extLst>
              <a:ext uri="{FF2B5EF4-FFF2-40B4-BE49-F238E27FC236}">
                <a16:creationId xmlns:a16="http://schemas.microsoft.com/office/drawing/2014/main" id="{9547D6B0-9FFB-B000-DF9B-333884D4AE30}"/>
              </a:ext>
            </a:extLst>
          </p:cNvPr>
          <p:cNvSpPr txBox="1">
            <a:spLocks/>
          </p:cNvSpPr>
          <p:nvPr/>
        </p:nvSpPr>
        <p:spPr>
          <a:xfrm>
            <a:off x="539750" y="1440896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3</a:t>
            </a:r>
            <a:endParaRPr lang="en-US" b="1" dirty="0"/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96805FB7-F6A1-F54A-EC0A-13900A3B9E51}"/>
              </a:ext>
            </a:extLst>
          </p:cNvPr>
          <p:cNvSpPr txBox="1">
            <a:spLocks/>
          </p:cNvSpPr>
          <p:nvPr/>
        </p:nvSpPr>
        <p:spPr>
          <a:xfrm>
            <a:off x="1033133" y="1440896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Dependent and independent variables</a:t>
            </a:r>
            <a:endParaRPr lang="en-US" dirty="0"/>
          </a:p>
        </p:txBody>
      </p:sp>
      <p:sp>
        <p:nvSpPr>
          <p:cNvPr id="28" name="Textplatzhalter 13">
            <a:extLst>
              <a:ext uri="{FF2B5EF4-FFF2-40B4-BE49-F238E27FC236}">
                <a16:creationId xmlns:a16="http://schemas.microsoft.com/office/drawing/2014/main" id="{9342C561-8908-EEBF-5D15-394133A52C25}"/>
              </a:ext>
            </a:extLst>
          </p:cNvPr>
          <p:cNvSpPr txBox="1">
            <a:spLocks/>
          </p:cNvSpPr>
          <p:nvPr/>
        </p:nvSpPr>
        <p:spPr>
          <a:xfrm>
            <a:off x="539750" y="1871565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4</a:t>
            </a:r>
            <a:endParaRPr lang="en-US" b="1" dirty="0"/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82855B45-4481-4763-2E26-E503DAD400B1}"/>
              </a:ext>
            </a:extLst>
          </p:cNvPr>
          <p:cNvSpPr txBox="1">
            <a:spLocks/>
          </p:cNvSpPr>
          <p:nvPr/>
        </p:nvSpPr>
        <p:spPr>
          <a:xfrm>
            <a:off x="1033133" y="1871565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Model specification &amp; design</a:t>
            </a:r>
          </a:p>
        </p:txBody>
      </p:sp>
      <p:sp>
        <p:nvSpPr>
          <p:cNvPr id="30" name="Textplatzhalter 15">
            <a:extLst>
              <a:ext uri="{FF2B5EF4-FFF2-40B4-BE49-F238E27FC236}">
                <a16:creationId xmlns:a16="http://schemas.microsoft.com/office/drawing/2014/main" id="{E59A6145-1A4F-FCC0-B409-572F428BC9A8}"/>
              </a:ext>
            </a:extLst>
          </p:cNvPr>
          <p:cNvSpPr txBox="1">
            <a:spLocks/>
          </p:cNvSpPr>
          <p:nvPr/>
        </p:nvSpPr>
        <p:spPr>
          <a:xfrm>
            <a:off x="539750" y="2302234"/>
            <a:ext cx="416226" cy="338433"/>
          </a:xfrm>
          <a:prstGeom prst="rect">
            <a:avLst/>
          </a:prstGeom>
          <a:solidFill>
            <a:srgbClr val="76B900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1" name="Textplatzhalter 16">
            <a:extLst>
              <a:ext uri="{FF2B5EF4-FFF2-40B4-BE49-F238E27FC236}">
                <a16:creationId xmlns:a16="http://schemas.microsoft.com/office/drawing/2014/main" id="{9048CB16-4ECB-C9FD-0F6D-3BDA9501244A}"/>
              </a:ext>
            </a:extLst>
          </p:cNvPr>
          <p:cNvSpPr txBox="1">
            <a:spLocks/>
          </p:cNvSpPr>
          <p:nvPr/>
        </p:nvSpPr>
        <p:spPr>
          <a:xfrm>
            <a:off x="1033133" y="2302234"/>
            <a:ext cx="7752092" cy="338433"/>
          </a:xfrm>
          <a:prstGeom prst="rect">
            <a:avLst/>
          </a:prstGeom>
          <a:solidFill>
            <a:srgbClr val="76B900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/>
                </a:solidFill>
              </a:rPr>
              <a:t>Fitting and </a:t>
            </a:r>
            <a:r>
              <a:rPr lang="en-GB" dirty="0" err="1">
                <a:solidFill>
                  <a:schemeClr val="bg1"/>
                </a:solidFill>
              </a:rPr>
              <a:t>los</a:t>
            </a:r>
            <a:r>
              <a:rPr lang="en-GB" dirty="0">
                <a:solidFill>
                  <a:schemeClr val="bg1"/>
                </a:solidFill>
              </a:rPr>
              <a:t> functions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9461E58F-EFCF-0698-AEA7-31B7E877201E}"/>
              </a:ext>
            </a:extLst>
          </p:cNvPr>
          <p:cNvSpPr txBox="1">
            <a:spLocks/>
          </p:cNvSpPr>
          <p:nvPr/>
        </p:nvSpPr>
        <p:spPr>
          <a:xfrm>
            <a:off x="539750" y="2732903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6</a:t>
            </a:r>
            <a:endParaRPr lang="en-US" b="1" dirty="0"/>
          </a:p>
        </p:txBody>
      </p:sp>
      <p:sp>
        <p:nvSpPr>
          <p:cNvPr id="33" name="Textplatzhalter 18">
            <a:extLst>
              <a:ext uri="{FF2B5EF4-FFF2-40B4-BE49-F238E27FC236}">
                <a16:creationId xmlns:a16="http://schemas.microsoft.com/office/drawing/2014/main" id="{0D3EAFA9-90C3-BF47-6DDB-691A1D9F3974}"/>
              </a:ext>
            </a:extLst>
          </p:cNvPr>
          <p:cNvSpPr txBox="1">
            <a:spLocks/>
          </p:cNvSpPr>
          <p:nvPr/>
        </p:nvSpPr>
        <p:spPr>
          <a:xfrm>
            <a:off x="1033133" y="2732903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Confidence intervals and evaluation</a:t>
            </a:r>
          </a:p>
        </p:txBody>
      </p:sp>
      <p:sp>
        <p:nvSpPr>
          <p:cNvPr id="35" name="Textplatzhalter 15">
            <a:extLst>
              <a:ext uri="{FF2B5EF4-FFF2-40B4-BE49-F238E27FC236}">
                <a16:creationId xmlns:a16="http://schemas.microsoft.com/office/drawing/2014/main" id="{A5D63191-1B79-D915-AE29-EFCCB94C1463}"/>
              </a:ext>
            </a:extLst>
          </p:cNvPr>
          <p:cNvSpPr txBox="1">
            <a:spLocks/>
          </p:cNvSpPr>
          <p:nvPr/>
        </p:nvSpPr>
        <p:spPr>
          <a:xfrm>
            <a:off x="539750" y="3163572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7</a:t>
            </a:r>
          </a:p>
        </p:txBody>
      </p:sp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03CF3E46-0177-8BF2-2846-B10BFFCF2C3F}"/>
              </a:ext>
            </a:extLst>
          </p:cNvPr>
          <p:cNvSpPr txBox="1">
            <a:spLocks/>
          </p:cNvSpPr>
          <p:nvPr/>
        </p:nvSpPr>
        <p:spPr>
          <a:xfrm>
            <a:off x="1033133" y="316357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Assumptions and diagnostics</a:t>
            </a:r>
          </a:p>
        </p:txBody>
      </p:sp>
      <p:sp>
        <p:nvSpPr>
          <p:cNvPr id="37" name="Textplatzhalter 17">
            <a:extLst>
              <a:ext uri="{FF2B5EF4-FFF2-40B4-BE49-F238E27FC236}">
                <a16:creationId xmlns:a16="http://schemas.microsoft.com/office/drawing/2014/main" id="{4659EE5F-FEDD-D82B-2EE3-444338447034}"/>
              </a:ext>
            </a:extLst>
          </p:cNvPr>
          <p:cNvSpPr txBox="1">
            <a:spLocks/>
          </p:cNvSpPr>
          <p:nvPr/>
        </p:nvSpPr>
        <p:spPr>
          <a:xfrm>
            <a:off x="539750" y="3594243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8</a:t>
            </a:r>
          </a:p>
        </p:txBody>
      </p:sp>
      <p:sp>
        <p:nvSpPr>
          <p:cNvPr id="38" name="Textplatzhalter 18">
            <a:extLst>
              <a:ext uri="{FF2B5EF4-FFF2-40B4-BE49-F238E27FC236}">
                <a16:creationId xmlns:a16="http://schemas.microsoft.com/office/drawing/2014/main" id="{E2327144-16E7-2348-9DB6-27D59CD2FE8E}"/>
              </a:ext>
            </a:extLst>
          </p:cNvPr>
          <p:cNvSpPr txBox="1">
            <a:spLocks/>
          </p:cNvSpPr>
          <p:nvPr/>
        </p:nvSpPr>
        <p:spPr>
          <a:xfrm>
            <a:off x="1033133" y="359424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Predictive power &amp; interpretability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774869-D1D2-0B32-4242-61F3906A72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76F8F66-135A-7BF1-D466-470FC685CC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82AADE0F-0797-0996-4981-3A1EAC0A17C3}"/>
              </a:ext>
            </a:extLst>
          </p:cNvPr>
          <p:cNvSpPr txBox="1">
            <a:spLocks/>
          </p:cNvSpPr>
          <p:nvPr/>
        </p:nvSpPr>
        <p:spPr>
          <a:xfrm>
            <a:off x="539750" y="4024913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9</a:t>
            </a:r>
          </a:p>
        </p:txBody>
      </p:sp>
      <p:sp>
        <p:nvSpPr>
          <p:cNvPr id="6" name="Textplatzhalter 18">
            <a:extLst>
              <a:ext uri="{FF2B5EF4-FFF2-40B4-BE49-F238E27FC236}">
                <a16:creationId xmlns:a16="http://schemas.microsoft.com/office/drawing/2014/main" id="{12A34463-3923-9DFA-BBB8-6D408CF6973F}"/>
              </a:ext>
            </a:extLst>
          </p:cNvPr>
          <p:cNvSpPr txBox="1">
            <a:spLocks/>
          </p:cNvSpPr>
          <p:nvPr/>
        </p:nvSpPr>
        <p:spPr>
          <a:xfrm>
            <a:off x="1033133" y="402491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1319184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0282C-9D3D-6A07-EC50-B9F688BE9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ED91AED-6680-AAFB-B436-82892B9AF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Fitting and </a:t>
            </a:r>
            <a:r>
              <a:rPr lang="en-GB" dirty="0" err="1"/>
              <a:t>los</a:t>
            </a:r>
            <a:r>
              <a:rPr lang="en-GB" dirty="0"/>
              <a:t> functions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07E683C-422A-153F-C9D0-417496A13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600" b="1" noProof="1"/>
              <a:t>Lorem ipsum dolor sit amet, consectetuer adipiscing elit. Maecenas porttitor congue </a:t>
            </a:r>
            <a:br>
              <a:rPr lang="de-DE" sz="1600" b="1" noProof="1"/>
            </a:br>
            <a:r>
              <a:rPr lang="de-DE" sz="1600" b="1" noProof="1"/>
              <a:t>massa. Fusce posuere, magna sed pulvinar ultricies, purus lectus malesuada libero, </a:t>
            </a:r>
            <a:br>
              <a:rPr lang="de-DE" sz="1600" b="1" noProof="1"/>
            </a:br>
            <a:r>
              <a:rPr lang="de-DE" sz="1600" b="1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</a:t>
            </a:r>
            <a:br>
              <a:rPr lang="de-DE" sz="1400" noProof="1"/>
            </a:br>
            <a:r>
              <a:rPr lang="de-DE" sz="1400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</a:t>
            </a:r>
            <a:br>
              <a:rPr lang="de-DE" sz="1400" noProof="1"/>
            </a:br>
            <a:r>
              <a:rPr lang="de-DE" sz="1400" noProof="1"/>
              <a:t>Maecenas porttitor congue massa. 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Fusce posuere, magna sed pulvinar ultricies, purus lectus malesuada libero, </a:t>
            </a:r>
            <a:br>
              <a:rPr lang="de-DE" sz="1200" noProof="1"/>
            </a:br>
            <a:r>
              <a:rPr lang="de-DE" sz="1200" noProof="1"/>
              <a:t>sit amet commodo magna eros quis urna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Purus lectus malesuada libero, sit amet commodo </a:t>
            </a:r>
          </a:p>
          <a:p>
            <a:pPr marL="357188" lvl="4">
              <a:spcAft>
                <a:spcPts val="600"/>
              </a:spcAft>
            </a:pPr>
            <a:endParaRPr lang="de-DE" sz="12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3BBA0AB-2DB3-F92F-7686-DABAC44DA8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B4E326B-858F-6D4E-A57F-7B4A2031DE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102856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18693-DBEE-096A-5840-E6D8F2BAC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3B4FE26-7A37-A5DF-4F7B-EEE41668A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305147"/>
            <a:ext cx="7524750" cy="436017"/>
          </a:xfrm>
        </p:spPr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48885DD-E8B1-4F72-1657-E3D32CB6F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600" b="1" noProof="1"/>
              <a:t>Lorem ipsum dolor sit amet, consectetuer adipiscing elit. Maecenas porttitor congue </a:t>
            </a:r>
            <a:br>
              <a:rPr lang="de-DE" sz="1600" b="1" noProof="1"/>
            </a:br>
            <a:r>
              <a:rPr lang="de-DE" sz="1600" b="1" noProof="1"/>
              <a:t>massa. Fusce posuere, magna sed pulvinar ultricies, purus lectus malesuada libero, </a:t>
            </a:r>
            <a:br>
              <a:rPr lang="de-DE" sz="1600" b="1" noProof="1"/>
            </a:br>
            <a:r>
              <a:rPr lang="de-DE" sz="1600" b="1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</a:t>
            </a:r>
            <a:br>
              <a:rPr lang="de-DE" sz="1400" noProof="1"/>
            </a:br>
            <a:r>
              <a:rPr lang="de-DE" sz="1400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</a:t>
            </a:r>
            <a:br>
              <a:rPr lang="de-DE" sz="1400" noProof="1"/>
            </a:br>
            <a:r>
              <a:rPr lang="de-DE" sz="1400" noProof="1"/>
              <a:t>Maecenas porttitor congue massa. 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Fusce posuere, magna sed pulvinar ultricies, purus lectus malesuada libero, </a:t>
            </a:r>
            <a:br>
              <a:rPr lang="de-DE" sz="1200" noProof="1"/>
            </a:br>
            <a:r>
              <a:rPr lang="de-DE" sz="1200" noProof="1"/>
              <a:t>sit amet commodo magna eros quis urna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Purus lectus malesuada libero, sit amet commodo </a:t>
            </a:r>
          </a:p>
          <a:p>
            <a:pPr marL="357188" lvl="4">
              <a:spcAft>
                <a:spcPts val="600"/>
              </a:spcAft>
            </a:pPr>
            <a:endParaRPr lang="de-DE" sz="12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A134B9-95F2-A89A-97D4-832A119D38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949C389-9299-B381-A5C6-17C264E5DA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3125323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055E9-14D2-4BE1-6BAD-52D2317E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7">
            <a:extLst>
              <a:ext uri="{FF2B5EF4-FFF2-40B4-BE49-F238E27FC236}">
                <a16:creationId xmlns:a16="http://schemas.microsoft.com/office/drawing/2014/main" id="{D74E30AF-C1F4-9707-09A6-0AFAB8C16990}"/>
              </a:ext>
            </a:extLst>
          </p:cNvPr>
          <p:cNvSpPr txBox="1">
            <a:spLocks/>
          </p:cNvSpPr>
          <p:nvPr/>
        </p:nvSpPr>
        <p:spPr>
          <a:xfrm>
            <a:off x="539750" y="579558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1</a:t>
            </a:r>
            <a:endParaRPr lang="en-US" b="1" dirty="0"/>
          </a:p>
        </p:txBody>
      </p:sp>
      <p:sp>
        <p:nvSpPr>
          <p:cNvPr id="23" name="Textplatzhalter 8">
            <a:extLst>
              <a:ext uri="{FF2B5EF4-FFF2-40B4-BE49-F238E27FC236}">
                <a16:creationId xmlns:a16="http://schemas.microsoft.com/office/drawing/2014/main" id="{3FC3101A-5396-0C8C-57F9-8A278C66906A}"/>
              </a:ext>
            </a:extLst>
          </p:cNvPr>
          <p:cNvSpPr txBox="1">
            <a:spLocks/>
          </p:cNvSpPr>
          <p:nvPr/>
        </p:nvSpPr>
        <p:spPr>
          <a:xfrm>
            <a:off x="1033133" y="579558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Introduction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880A1CAC-DDF1-21D9-98B5-F6931DC1676E}"/>
              </a:ext>
            </a:extLst>
          </p:cNvPr>
          <p:cNvSpPr txBox="1">
            <a:spLocks/>
          </p:cNvSpPr>
          <p:nvPr/>
        </p:nvSpPr>
        <p:spPr>
          <a:xfrm>
            <a:off x="539750" y="1010227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2</a:t>
            </a:r>
            <a:endParaRPr lang="en-US" b="1" dirty="0"/>
          </a:p>
        </p:txBody>
      </p:sp>
      <p:sp>
        <p:nvSpPr>
          <p:cNvPr id="25" name="Textplatzhalter 10">
            <a:extLst>
              <a:ext uri="{FF2B5EF4-FFF2-40B4-BE49-F238E27FC236}">
                <a16:creationId xmlns:a16="http://schemas.microsoft.com/office/drawing/2014/main" id="{0BD18ADB-CE8B-21E8-1E2E-5FC2CF7A8944}"/>
              </a:ext>
            </a:extLst>
          </p:cNvPr>
          <p:cNvSpPr txBox="1">
            <a:spLocks/>
          </p:cNvSpPr>
          <p:nvPr/>
        </p:nvSpPr>
        <p:spPr>
          <a:xfrm>
            <a:off x="1033133" y="1010227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Definition</a:t>
            </a:r>
          </a:p>
        </p:txBody>
      </p:sp>
      <p:sp>
        <p:nvSpPr>
          <p:cNvPr id="26" name="Textplatzhalter 11">
            <a:extLst>
              <a:ext uri="{FF2B5EF4-FFF2-40B4-BE49-F238E27FC236}">
                <a16:creationId xmlns:a16="http://schemas.microsoft.com/office/drawing/2014/main" id="{EF8D010E-B6D3-BC94-9F9F-DF393CF7D18E}"/>
              </a:ext>
            </a:extLst>
          </p:cNvPr>
          <p:cNvSpPr txBox="1">
            <a:spLocks/>
          </p:cNvSpPr>
          <p:nvPr/>
        </p:nvSpPr>
        <p:spPr>
          <a:xfrm>
            <a:off x="539750" y="1440896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3</a:t>
            </a:r>
            <a:endParaRPr lang="en-US" b="1" dirty="0"/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E34EDE79-AB47-7195-817A-D6BF7AC12B43}"/>
              </a:ext>
            </a:extLst>
          </p:cNvPr>
          <p:cNvSpPr txBox="1">
            <a:spLocks/>
          </p:cNvSpPr>
          <p:nvPr/>
        </p:nvSpPr>
        <p:spPr>
          <a:xfrm>
            <a:off x="1033133" y="1440896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Dependent and independent variables</a:t>
            </a:r>
            <a:endParaRPr lang="en-US" dirty="0"/>
          </a:p>
        </p:txBody>
      </p:sp>
      <p:sp>
        <p:nvSpPr>
          <p:cNvPr id="28" name="Textplatzhalter 13">
            <a:extLst>
              <a:ext uri="{FF2B5EF4-FFF2-40B4-BE49-F238E27FC236}">
                <a16:creationId xmlns:a16="http://schemas.microsoft.com/office/drawing/2014/main" id="{724CBA90-2165-B50F-8051-A733F066F9D7}"/>
              </a:ext>
            </a:extLst>
          </p:cNvPr>
          <p:cNvSpPr txBox="1">
            <a:spLocks/>
          </p:cNvSpPr>
          <p:nvPr/>
        </p:nvSpPr>
        <p:spPr>
          <a:xfrm>
            <a:off x="539750" y="1871565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4</a:t>
            </a:r>
            <a:endParaRPr lang="en-US" b="1" dirty="0"/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24FAC873-A9A4-2CC1-A5D9-B40B4A51DB8E}"/>
              </a:ext>
            </a:extLst>
          </p:cNvPr>
          <p:cNvSpPr txBox="1">
            <a:spLocks/>
          </p:cNvSpPr>
          <p:nvPr/>
        </p:nvSpPr>
        <p:spPr>
          <a:xfrm>
            <a:off x="1033133" y="1871565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Model specification &amp; design</a:t>
            </a:r>
          </a:p>
        </p:txBody>
      </p:sp>
      <p:sp>
        <p:nvSpPr>
          <p:cNvPr id="30" name="Textplatzhalter 15">
            <a:extLst>
              <a:ext uri="{FF2B5EF4-FFF2-40B4-BE49-F238E27FC236}">
                <a16:creationId xmlns:a16="http://schemas.microsoft.com/office/drawing/2014/main" id="{79F22BC6-7B93-82DC-EFF9-AE9CE71A200B}"/>
              </a:ext>
            </a:extLst>
          </p:cNvPr>
          <p:cNvSpPr txBox="1">
            <a:spLocks/>
          </p:cNvSpPr>
          <p:nvPr/>
        </p:nvSpPr>
        <p:spPr>
          <a:xfrm>
            <a:off x="539750" y="2302234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5</a:t>
            </a:r>
          </a:p>
        </p:txBody>
      </p:sp>
      <p:sp>
        <p:nvSpPr>
          <p:cNvPr id="31" name="Textplatzhalter 16">
            <a:extLst>
              <a:ext uri="{FF2B5EF4-FFF2-40B4-BE49-F238E27FC236}">
                <a16:creationId xmlns:a16="http://schemas.microsoft.com/office/drawing/2014/main" id="{DB5A1FC8-5B5B-0AE1-9270-FBFAE064AD05}"/>
              </a:ext>
            </a:extLst>
          </p:cNvPr>
          <p:cNvSpPr txBox="1">
            <a:spLocks/>
          </p:cNvSpPr>
          <p:nvPr/>
        </p:nvSpPr>
        <p:spPr>
          <a:xfrm>
            <a:off x="1033133" y="2302234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Fitting and </a:t>
            </a:r>
            <a:r>
              <a:rPr lang="en-GB" dirty="0" err="1"/>
              <a:t>los</a:t>
            </a:r>
            <a:r>
              <a:rPr lang="en-GB" dirty="0"/>
              <a:t> functions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70453C27-F0E7-49EC-D39D-C300B3BAFAB5}"/>
              </a:ext>
            </a:extLst>
          </p:cNvPr>
          <p:cNvSpPr txBox="1">
            <a:spLocks/>
          </p:cNvSpPr>
          <p:nvPr/>
        </p:nvSpPr>
        <p:spPr>
          <a:xfrm>
            <a:off x="539750" y="2732903"/>
            <a:ext cx="416226" cy="338433"/>
          </a:xfrm>
          <a:prstGeom prst="rect">
            <a:avLst/>
          </a:prstGeom>
          <a:solidFill>
            <a:srgbClr val="76B900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chemeClr val="bg1"/>
                </a:solidFill>
              </a:rPr>
              <a:t>6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3" name="Textplatzhalter 18">
            <a:extLst>
              <a:ext uri="{FF2B5EF4-FFF2-40B4-BE49-F238E27FC236}">
                <a16:creationId xmlns:a16="http://schemas.microsoft.com/office/drawing/2014/main" id="{100C7719-20E7-4D67-D202-93D92C0F479C}"/>
              </a:ext>
            </a:extLst>
          </p:cNvPr>
          <p:cNvSpPr txBox="1">
            <a:spLocks/>
          </p:cNvSpPr>
          <p:nvPr/>
        </p:nvSpPr>
        <p:spPr>
          <a:xfrm>
            <a:off x="1033133" y="2732903"/>
            <a:ext cx="7752092" cy="338433"/>
          </a:xfrm>
          <a:prstGeom prst="rect">
            <a:avLst/>
          </a:prstGeom>
          <a:solidFill>
            <a:srgbClr val="76B900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/>
                </a:solidFill>
              </a:rPr>
              <a:t>Confidence intervals and evaluation</a:t>
            </a:r>
          </a:p>
        </p:txBody>
      </p:sp>
      <p:sp>
        <p:nvSpPr>
          <p:cNvPr id="35" name="Textplatzhalter 15">
            <a:extLst>
              <a:ext uri="{FF2B5EF4-FFF2-40B4-BE49-F238E27FC236}">
                <a16:creationId xmlns:a16="http://schemas.microsoft.com/office/drawing/2014/main" id="{36F01FB4-E97E-BD31-B901-BA335E8C6434}"/>
              </a:ext>
            </a:extLst>
          </p:cNvPr>
          <p:cNvSpPr txBox="1">
            <a:spLocks/>
          </p:cNvSpPr>
          <p:nvPr/>
        </p:nvSpPr>
        <p:spPr>
          <a:xfrm>
            <a:off x="539750" y="3163572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7</a:t>
            </a:r>
          </a:p>
        </p:txBody>
      </p:sp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9A4C7647-E9D7-98F4-8A78-8D535B5CE848}"/>
              </a:ext>
            </a:extLst>
          </p:cNvPr>
          <p:cNvSpPr txBox="1">
            <a:spLocks/>
          </p:cNvSpPr>
          <p:nvPr/>
        </p:nvSpPr>
        <p:spPr>
          <a:xfrm>
            <a:off x="1033133" y="316357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Assumptions and diagnostics</a:t>
            </a:r>
          </a:p>
        </p:txBody>
      </p:sp>
      <p:sp>
        <p:nvSpPr>
          <p:cNvPr id="37" name="Textplatzhalter 17">
            <a:extLst>
              <a:ext uri="{FF2B5EF4-FFF2-40B4-BE49-F238E27FC236}">
                <a16:creationId xmlns:a16="http://schemas.microsoft.com/office/drawing/2014/main" id="{DCB37CA7-6872-8EEF-5283-57532AC4C276}"/>
              </a:ext>
            </a:extLst>
          </p:cNvPr>
          <p:cNvSpPr txBox="1">
            <a:spLocks/>
          </p:cNvSpPr>
          <p:nvPr/>
        </p:nvSpPr>
        <p:spPr>
          <a:xfrm>
            <a:off x="539750" y="3594243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8</a:t>
            </a:r>
          </a:p>
        </p:txBody>
      </p:sp>
      <p:sp>
        <p:nvSpPr>
          <p:cNvPr id="38" name="Textplatzhalter 18">
            <a:extLst>
              <a:ext uri="{FF2B5EF4-FFF2-40B4-BE49-F238E27FC236}">
                <a16:creationId xmlns:a16="http://schemas.microsoft.com/office/drawing/2014/main" id="{A1B348AC-11AC-7D6B-E546-A2E0D6CDB997}"/>
              </a:ext>
            </a:extLst>
          </p:cNvPr>
          <p:cNvSpPr txBox="1">
            <a:spLocks/>
          </p:cNvSpPr>
          <p:nvPr/>
        </p:nvSpPr>
        <p:spPr>
          <a:xfrm>
            <a:off x="1033133" y="359424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Predictive power &amp; interpretability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37FBB7-0B50-58DB-F8D6-645C83A012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3122689-F46F-725D-E0F8-AA56C05ED4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BA49AFEC-9322-641A-FC44-6380F18E140A}"/>
              </a:ext>
            </a:extLst>
          </p:cNvPr>
          <p:cNvSpPr txBox="1">
            <a:spLocks/>
          </p:cNvSpPr>
          <p:nvPr/>
        </p:nvSpPr>
        <p:spPr>
          <a:xfrm>
            <a:off x="539750" y="4024913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9</a:t>
            </a:r>
          </a:p>
        </p:txBody>
      </p:sp>
      <p:sp>
        <p:nvSpPr>
          <p:cNvPr id="6" name="Textplatzhalter 18">
            <a:extLst>
              <a:ext uri="{FF2B5EF4-FFF2-40B4-BE49-F238E27FC236}">
                <a16:creationId xmlns:a16="http://schemas.microsoft.com/office/drawing/2014/main" id="{0F31DAB3-173B-DEF4-7243-A80894709637}"/>
              </a:ext>
            </a:extLst>
          </p:cNvPr>
          <p:cNvSpPr txBox="1">
            <a:spLocks/>
          </p:cNvSpPr>
          <p:nvPr/>
        </p:nvSpPr>
        <p:spPr>
          <a:xfrm>
            <a:off x="1033133" y="402491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165835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30CC6-1DF5-A1F6-15C3-2FA9206D2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AA84884-0522-4C9A-C03C-A9439876D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Confidence intervals and evaluation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8C521C2-8A95-2253-9526-970CDB05A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600" b="1" noProof="1"/>
              <a:t>Lorem ipsum dolor sit amet, consectetuer adipiscing elit. Maecenas porttitor congue </a:t>
            </a:r>
            <a:br>
              <a:rPr lang="de-DE" sz="1600" b="1" noProof="1"/>
            </a:br>
            <a:r>
              <a:rPr lang="de-DE" sz="1600" b="1" noProof="1"/>
              <a:t>massa. Fusce posuere, magna sed pulvinar ultricies, purus lectus malesuada libero, </a:t>
            </a:r>
            <a:br>
              <a:rPr lang="de-DE" sz="1600" b="1" noProof="1"/>
            </a:br>
            <a:r>
              <a:rPr lang="de-DE" sz="1600" b="1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</a:t>
            </a:r>
            <a:br>
              <a:rPr lang="de-DE" sz="1400" noProof="1"/>
            </a:br>
            <a:r>
              <a:rPr lang="de-DE" sz="1400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</a:t>
            </a:r>
            <a:br>
              <a:rPr lang="de-DE" sz="1400" noProof="1"/>
            </a:br>
            <a:r>
              <a:rPr lang="de-DE" sz="1400" noProof="1"/>
              <a:t>Maecenas porttitor congue massa. 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Fusce posuere, magna sed pulvinar ultricies, purus lectus malesuada libero, </a:t>
            </a:r>
            <a:br>
              <a:rPr lang="de-DE" sz="1200" noProof="1"/>
            </a:br>
            <a:r>
              <a:rPr lang="de-DE" sz="1200" noProof="1"/>
              <a:t>sit amet commodo magna eros quis urna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Purus lectus malesuada libero, sit amet commodo </a:t>
            </a:r>
          </a:p>
          <a:p>
            <a:pPr marL="357188" lvl="4">
              <a:spcAft>
                <a:spcPts val="600"/>
              </a:spcAft>
            </a:pPr>
            <a:endParaRPr lang="de-DE" sz="12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0AA383-9C74-3285-33F8-74B3E3CFF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13AA048-D383-88E1-AB42-E35123786C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4107197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BE1EB-7C36-A7B0-1B97-C4ED36222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3ECD0EB-A3E6-A0C8-F05A-2E5348C81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305147"/>
            <a:ext cx="7524750" cy="436017"/>
          </a:xfrm>
        </p:spPr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D3CFA9F-64A0-F489-B7C0-36C24A97E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600" b="1" noProof="1"/>
              <a:t>Lorem ipsum dolor sit amet, consectetuer adipiscing elit. Maecenas porttitor congue </a:t>
            </a:r>
            <a:br>
              <a:rPr lang="de-DE" sz="1600" b="1" noProof="1"/>
            </a:br>
            <a:r>
              <a:rPr lang="de-DE" sz="1600" b="1" noProof="1"/>
              <a:t>massa. Fusce posuere, magna sed pulvinar ultricies, purus lectus malesuada libero, </a:t>
            </a:r>
            <a:br>
              <a:rPr lang="de-DE" sz="1600" b="1" noProof="1"/>
            </a:br>
            <a:r>
              <a:rPr lang="de-DE" sz="1600" b="1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</a:t>
            </a:r>
            <a:br>
              <a:rPr lang="de-DE" sz="1400" noProof="1"/>
            </a:br>
            <a:r>
              <a:rPr lang="de-DE" sz="1400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</a:t>
            </a:r>
            <a:br>
              <a:rPr lang="de-DE" sz="1400" noProof="1"/>
            </a:br>
            <a:r>
              <a:rPr lang="de-DE" sz="1400" noProof="1"/>
              <a:t>Maecenas porttitor congue massa. 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Fusce posuere, magna sed pulvinar ultricies, purus lectus malesuada libero, </a:t>
            </a:r>
            <a:br>
              <a:rPr lang="de-DE" sz="1200" noProof="1"/>
            </a:br>
            <a:r>
              <a:rPr lang="de-DE" sz="1200" noProof="1"/>
              <a:t>sit amet commodo magna eros quis urna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Purus lectus malesuada libero, sit amet commodo </a:t>
            </a:r>
          </a:p>
          <a:p>
            <a:pPr marL="357188" lvl="4">
              <a:spcAft>
                <a:spcPts val="600"/>
              </a:spcAft>
            </a:pPr>
            <a:endParaRPr lang="de-DE" sz="12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28DC8E5-4574-9ABC-61AC-C55EAA53F6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52A2391-52C2-7F51-8CD4-9B50C89198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297287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BD701-03C2-7831-045B-353AFF5AE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7">
            <a:extLst>
              <a:ext uri="{FF2B5EF4-FFF2-40B4-BE49-F238E27FC236}">
                <a16:creationId xmlns:a16="http://schemas.microsoft.com/office/drawing/2014/main" id="{BB9398CB-4FE5-94BA-0EEB-629FBD8EF9AB}"/>
              </a:ext>
            </a:extLst>
          </p:cNvPr>
          <p:cNvSpPr txBox="1">
            <a:spLocks/>
          </p:cNvSpPr>
          <p:nvPr/>
        </p:nvSpPr>
        <p:spPr>
          <a:xfrm>
            <a:off x="539750" y="579558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1</a:t>
            </a:r>
            <a:endParaRPr lang="en-US" b="1" dirty="0"/>
          </a:p>
        </p:txBody>
      </p:sp>
      <p:sp>
        <p:nvSpPr>
          <p:cNvPr id="23" name="Textplatzhalter 8">
            <a:extLst>
              <a:ext uri="{FF2B5EF4-FFF2-40B4-BE49-F238E27FC236}">
                <a16:creationId xmlns:a16="http://schemas.microsoft.com/office/drawing/2014/main" id="{4CE402E1-FDED-3158-D010-732ECE2D8A17}"/>
              </a:ext>
            </a:extLst>
          </p:cNvPr>
          <p:cNvSpPr txBox="1">
            <a:spLocks/>
          </p:cNvSpPr>
          <p:nvPr/>
        </p:nvSpPr>
        <p:spPr>
          <a:xfrm>
            <a:off x="1033133" y="579558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Introduction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FB5A4079-F418-995D-EAA8-52E990ED7576}"/>
              </a:ext>
            </a:extLst>
          </p:cNvPr>
          <p:cNvSpPr txBox="1">
            <a:spLocks/>
          </p:cNvSpPr>
          <p:nvPr/>
        </p:nvSpPr>
        <p:spPr>
          <a:xfrm>
            <a:off x="539750" y="1010227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2</a:t>
            </a:r>
            <a:endParaRPr lang="en-US" b="1" dirty="0"/>
          </a:p>
        </p:txBody>
      </p:sp>
      <p:sp>
        <p:nvSpPr>
          <p:cNvPr id="25" name="Textplatzhalter 10">
            <a:extLst>
              <a:ext uri="{FF2B5EF4-FFF2-40B4-BE49-F238E27FC236}">
                <a16:creationId xmlns:a16="http://schemas.microsoft.com/office/drawing/2014/main" id="{260093FF-7621-EB74-747B-9D403EC38AF1}"/>
              </a:ext>
            </a:extLst>
          </p:cNvPr>
          <p:cNvSpPr txBox="1">
            <a:spLocks/>
          </p:cNvSpPr>
          <p:nvPr/>
        </p:nvSpPr>
        <p:spPr>
          <a:xfrm>
            <a:off x="1033133" y="1010227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Definition</a:t>
            </a:r>
          </a:p>
        </p:txBody>
      </p:sp>
      <p:sp>
        <p:nvSpPr>
          <p:cNvPr id="26" name="Textplatzhalter 11">
            <a:extLst>
              <a:ext uri="{FF2B5EF4-FFF2-40B4-BE49-F238E27FC236}">
                <a16:creationId xmlns:a16="http://schemas.microsoft.com/office/drawing/2014/main" id="{93EF6884-8827-3374-EE5F-8169E8E0CFCF}"/>
              </a:ext>
            </a:extLst>
          </p:cNvPr>
          <p:cNvSpPr txBox="1">
            <a:spLocks/>
          </p:cNvSpPr>
          <p:nvPr/>
        </p:nvSpPr>
        <p:spPr>
          <a:xfrm>
            <a:off x="539750" y="1440896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3</a:t>
            </a:r>
            <a:endParaRPr lang="en-US" b="1" dirty="0"/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3F267003-AF4C-14A4-30AB-ABB87E25FEC4}"/>
              </a:ext>
            </a:extLst>
          </p:cNvPr>
          <p:cNvSpPr txBox="1">
            <a:spLocks/>
          </p:cNvSpPr>
          <p:nvPr/>
        </p:nvSpPr>
        <p:spPr>
          <a:xfrm>
            <a:off x="1033133" y="1440896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Dependent and independent variables</a:t>
            </a:r>
            <a:endParaRPr lang="en-US" dirty="0"/>
          </a:p>
        </p:txBody>
      </p:sp>
      <p:sp>
        <p:nvSpPr>
          <p:cNvPr id="28" name="Textplatzhalter 13">
            <a:extLst>
              <a:ext uri="{FF2B5EF4-FFF2-40B4-BE49-F238E27FC236}">
                <a16:creationId xmlns:a16="http://schemas.microsoft.com/office/drawing/2014/main" id="{18F22BAB-1E13-3C6C-327A-D39862905866}"/>
              </a:ext>
            </a:extLst>
          </p:cNvPr>
          <p:cNvSpPr txBox="1">
            <a:spLocks/>
          </p:cNvSpPr>
          <p:nvPr/>
        </p:nvSpPr>
        <p:spPr>
          <a:xfrm>
            <a:off x="539750" y="1871565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4</a:t>
            </a:r>
            <a:endParaRPr lang="en-US" b="1" dirty="0"/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EEBB842D-0CBC-A5EF-B675-E5E35AF212A0}"/>
              </a:ext>
            </a:extLst>
          </p:cNvPr>
          <p:cNvSpPr txBox="1">
            <a:spLocks/>
          </p:cNvSpPr>
          <p:nvPr/>
        </p:nvSpPr>
        <p:spPr>
          <a:xfrm>
            <a:off x="1033133" y="1871565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Model specification &amp; design</a:t>
            </a:r>
          </a:p>
        </p:txBody>
      </p:sp>
      <p:sp>
        <p:nvSpPr>
          <p:cNvPr id="30" name="Textplatzhalter 15">
            <a:extLst>
              <a:ext uri="{FF2B5EF4-FFF2-40B4-BE49-F238E27FC236}">
                <a16:creationId xmlns:a16="http://schemas.microsoft.com/office/drawing/2014/main" id="{B61317D0-51A3-BCB3-73F7-AB8F85667C7E}"/>
              </a:ext>
            </a:extLst>
          </p:cNvPr>
          <p:cNvSpPr txBox="1">
            <a:spLocks/>
          </p:cNvSpPr>
          <p:nvPr/>
        </p:nvSpPr>
        <p:spPr>
          <a:xfrm>
            <a:off x="539750" y="2302234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5</a:t>
            </a:r>
          </a:p>
        </p:txBody>
      </p:sp>
      <p:sp>
        <p:nvSpPr>
          <p:cNvPr id="31" name="Textplatzhalter 16">
            <a:extLst>
              <a:ext uri="{FF2B5EF4-FFF2-40B4-BE49-F238E27FC236}">
                <a16:creationId xmlns:a16="http://schemas.microsoft.com/office/drawing/2014/main" id="{7A79E363-3F2E-71B2-9276-3B16B6AE1C92}"/>
              </a:ext>
            </a:extLst>
          </p:cNvPr>
          <p:cNvSpPr txBox="1">
            <a:spLocks/>
          </p:cNvSpPr>
          <p:nvPr/>
        </p:nvSpPr>
        <p:spPr>
          <a:xfrm>
            <a:off x="1033133" y="2302234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Fitting and </a:t>
            </a:r>
            <a:r>
              <a:rPr lang="en-GB" dirty="0" err="1"/>
              <a:t>los</a:t>
            </a:r>
            <a:r>
              <a:rPr lang="en-GB" dirty="0"/>
              <a:t> functions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2F9AE49F-E5E8-CD07-19FF-2869AC90CAA4}"/>
              </a:ext>
            </a:extLst>
          </p:cNvPr>
          <p:cNvSpPr txBox="1">
            <a:spLocks/>
          </p:cNvSpPr>
          <p:nvPr/>
        </p:nvSpPr>
        <p:spPr>
          <a:xfrm>
            <a:off x="539750" y="2732903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6</a:t>
            </a:r>
            <a:endParaRPr lang="en-US" b="1" dirty="0"/>
          </a:p>
        </p:txBody>
      </p:sp>
      <p:sp>
        <p:nvSpPr>
          <p:cNvPr id="33" name="Textplatzhalter 18">
            <a:extLst>
              <a:ext uri="{FF2B5EF4-FFF2-40B4-BE49-F238E27FC236}">
                <a16:creationId xmlns:a16="http://schemas.microsoft.com/office/drawing/2014/main" id="{E1B309C9-BF87-DEB0-18F0-838F148F47FC}"/>
              </a:ext>
            </a:extLst>
          </p:cNvPr>
          <p:cNvSpPr txBox="1">
            <a:spLocks/>
          </p:cNvSpPr>
          <p:nvPr/>
        </p:nvSpPr>
        <p:spPr>
          <a:xfrm>
            <a:off x="1033133" y="2732903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Confidence intervals and evaluation</a:t>
            </a:r>
          </a:p>
        </p:txBody>
      </p:sp>
      <p:sp>
        <p:nvSpPr>
          <p:cNvPr id="35" name="Textplatzhalter 15">
            <a:extLst>
              <a:ext uri="{FF2B5EF4-FFF2-40B4-BE49-F238E27FC236}">
                <a16:creationId xmlns:a16="http://schemas.microsoft.com/office/drawing/2014/main" id="{A6254D2A-70DB-7B6D-F88F-6927A631D689}"/>
              </a:ext>
            </a:extLst>
          </p:cNvPr>
          <p:cNvSpPr txBox="1">
            <a:spLocks/>
          </p:cNvSpPr>
          <p:nvPr/>
        </p:nvSpPr>
        <p:spPr>
          <a:xfrm>
            <a:off x="539750" y="3163572"/>
            <a:ext cx="416226" cy="338433"/>
          </a:xfrm>
          <a:prstGeom prst="rect">
            <a:avLst/>
          </a:prstGeom>
          <a:solidFill>
            <a:srgbClr val="76B900"/>
          </a:solidFill>
          <a:ln>
            <a:solidFill>
              <a:srgbClr val="F2F2F2"/>
            </a:solidFill>
          </a:ln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767A7B83-253F-708F-8AC6-85CDD374D32E}"/>
              </a:ext>
            </a:extLst>
          </p:cNvPr>
          <p:cNvSpPr txBox="1">
            <a:spLocks/>
          </p:cNvSpPr>
          <p:nvPr/>
        </p:nvSpPr>
        <p:spPr>
          <a:xfrm>
            <a:off x="1033133" y="3163572"/>
            <a:ext cx="7752092" cy="338433"/>
          </a:xfrm>
          <a:prstGeom prst="rect">
            <a:avLst/>
          </a:prstGeom>
          <a:solidFill>
            <a:srgbClr val="76B900"/>
          </a:solidFill>
          <a:ln>
            <a:solidFill>
              <a:srgbClr val="F2F2F2"/>
            </a:solidFill>
          </a:ln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/>
                </a:solidFill>
              </a:rPr>
              <a:t>Assumptions and diagnostics</a:t>
            </a:r>
          </a:p>
        </p:txBody>
      </p:sp>
      <p:sp>
        <p:nvSpPr>
          <p:cNvPr id="37" name="Textplatzhalter 17">
            <a:extLst>
              <a:ext uri="{FF2B5EF4-FFF2-40B4-BE49-F238E27FC236}">
                <a16:creationId xmlns:a16="http://schemas.microsoft.com/office/drawing/2014/main" id="{A61415BC-4B53-326B-170A-C6FEFC9FEAF0}"/>
              </a:ext>
            </a:extLst>
          </p:cNvPr>
          <p:cNvSpPr txBox="1">
            <a:spLocks/>
          </p:cNvSpPr>
          <p:nvPr/>
        </p:nvSpPr>
        <p:spPr>
          <a:xfrm>
            <a:off x="539750" y="3594243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8</a:t>
            </a:r>
          </a:p>
        </p:txBody>
      </p:sp>
      <p:sp>
        <p:nvSpPr>
          <p:cNvPr id="38" name="Textplatzhalter 18">
            <a:extLst>
              <a:ext uri="{FF2B5EF4-FFF2-40B4-BE49-F238E27FC236}">
                <a16:creationId xmlns:a16="http://schemas.microsoft.com/office/drawing/2014/main" id="{13565E7D-C2EA-3B3D-07DD-94A723350EB8}"/>
              </a:ext>
            </a:extLst>
          </p:cNvPr>
          <p:cNvSpPr txBox="1">
            <a:spLocks/>
          </p:cNvSpPr>
          <p:nvPr/>
        </p:nvSpPr>
        <p:spPr>
          <a:xfrm>
            <a:off x="1033133" y="359424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Predictive power &amp; interpretability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3745D1-7CFD-1548-CB7E-137A255C96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D05435C-9679-D49C-B877-9B501DB8D4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A0A359C9-0C5D-9DA9-7DD1-9D3FD8D575E0}"/>
              </a:ext>
            </a:extLst>
          </p:cNvPr>
          <p:cNvSpPr txBox="1">
            <a:spLocks/>
          </p:cNvSpPr>
          <p:nvPr/>
        </p:nvSpPr>
        <p:spPr>
          <a:xfrm>
            <a:off x="539750" y="4024913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9</a:t>
            </a:r>
          </a:p>
        </p:txBody>
      </p:sp>
      <p:sp>
        <p:nvSpPr>
          <p:cNvPr id="6" name="Textplatzhalter 18">
            <a:extLst>
              <a:ext uri="{FF2B5EF4-FFF2-40B4-BE49-F238E27FC236}">
                <a16:creationId xmlns:a16="http://schemas.microsoft.com/office/drawing/2014/main" id="{682CE093-23A8-DABB-A88E-849BC3F50B62}"/>
              </a:ext>
            </a:extLst>
          </p:cNvPr>
          <p:cNvSpPr txBox="1">
            <a:spLocks/>
          </p:cNvSpPr>
          <p:nvPr/>
        </p:nvSpPr>
        <p:spPr>
          <a:xfrm>
            <a:off x="1033133" y="402491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852668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6101D-7E80-8A82-15F9-BA29F5628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6D63260-3769-71A6-A972-32DB9BCC1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Assumptions and diagnostics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1420961-CB6D-D98F-E993-8FE259EB3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600" b="1" noProof="1"/>
              <a:t>Lorem ipsum dolor sit amet, consectetuer adipiscing elit. Maecenas porttitor congue </a:t>
            </a:r>
            <a:br>
              <a:rPr lang="de-DE" sz="1600" b="1" noProof="1"/>
            </a:br>
            <a:r>
              <a:rPr lang="de-DE" sz="1600" b="1" noProof="1"/>
              <a:t>massa. Fusce posuere, magna sed pulvinar ultricies, purus lectus malesuada libero, </a:t>
            </a:r>
            <a:br>
              <a:rPr lang="de-DE" sz="1600" b="1" noProof="1"/>
            </a:br>
            <a:r>
              <a:rPr lang="de-DE" sz="1600" b="1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</a:t>
            </a:r>
            <a:br>
              <a:rPr lang="de-DE" sz="1400" noProof="1"/>
            </a:br>
            <a:r>
              <a:rPr lang="de-DE" sz="1400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</a:t>
            </a:r>
            <a:br>
              <a:rPr lang="de-DE" sz="1400" noProof="1"/>
            </a:br>
            <a:r>
              <a:rPr lang="de-DE" sz="1400" noProof="1"/>
              <a:t>Maecenas porttitor congue massa. 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Fusce posuere, magna sed pulvinar ultricies, purus lectus malesuada libero, </a:t>
            </a:r>
            <a:br>
              <a:rPr lang="de-DE" sz="1200" noProof="1"/>
            </a:br>
            <a:r>
              <a:rPr lang="de-DE" sz="1200" noProof="1"/>
              <a:t>sit amet commodo magna eros quis urna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Purus lectus malesuada libero, sit amet commodo </a:t>
            </a:r>
          </a:p>
          <a:p>
            <a:pPr marL="357188" lvl="4">
              <a:spcAft>
                <a:spcPts val="600"/>
              </a:spcAft>
            </a:pPr>
            <a:endParaRPr lang="de-DE" sz="12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D342ED-086A-8922-5FA4-7F7E5CA7D5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652F503-C304-83F8-08F3-00F2AA68E7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214424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C5003-FE7C-4AB5-8921-B843A9E40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4733520-1D42-00A3-79F2-53108892C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305147"/>
            <a:ext cx="7524750" cy="436017"/>
          </a:xfrm>
        </p:spPr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2D569B4-1840-4539-F6D5-7BBD5301E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600" b="1" noProof="1"/>
              <a:t>Lorem ipsum dolor sit amet, consectetuer adipiscing elit. Maecenas porttitor congue </a:t>
            </a:r>
            <a:br>
              <a:rPr lang="de-DE" sz="1600" b="1" noProof="1"/>
            </a:br>
            <a:r>
              <a:rPr lang="de-DE" sz="1600" b="1" noProof="1"/>
              <a:t>massa. Fusce posuere, magna sed pulvinar ultricies, purus lectus malesuada libero, </a:t>
            </a:r>
            <a:br>
              <a:rPr lang="de-DE" sz="1600" b="1" noProof="1"/>
            </a:br>
            <a:r>
              <a:rPr lang="de-DE" sz="1600" b="1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</a:t>
            </a:r>
            <a:br>
              <a:rPr lang="de-DE" sz="1400" noProof="1"/>
            </a:br>
            <a:r>
              <a:rPr lang="de-DE" sz="1400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</a:t>
            </a:r>
            <a:br>
              <a:rPr lang="de-DE" sz="1400" noProof="1"/>
            </a:br>
            <a:r>
              <a:rPr lang="de-DE" sz="1400" noProof="1"/>
              <a:t>Maecenas porttitor congue massa. 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Fusce posuere, magna sed pulvinar ultricies, purus lectus malesuada libero, </a:t>
            </a:r>
            <a:br>
              <a:rPr lang="de-DE" sz="1200" noProof="1"/>
            </a:br>
            <a:r>
              <a:rPr lang="de-DE" sz="1200" noProof="1"/>
              <a:t>sit amet commodo magna eros quis urna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Purus lectus malesuada libero, sit amet commodo </a:t>
            </a:r>
          </a:p>
          <a:p>
            <a:pPr marL="357188" lvl="4">
              <a:spcAft>
                <a:spcPts val="600"/>
              </a:spcAft>
            </a:pPr>
            <a:endParaRPr lang="de-DE" sz="12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16D903-7E40-C4C6-BC78-18AA39FF4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F777E85-D448-B5A3-210F-72064B6F45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605595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87C15-F689-356B-5E4F-B4C8CE5B7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7">
            <a:extLst>
              <a:ext uri="{FF2B5EF4-FFF2-40B4-BE49-F238E27FC236}">
                <a16:creationId xmlns:a16="http://schemas.microsoft.com/office/drawing/2014/main" id="{23777DAF-43C4-4842-A533-2FCEE62D3967}"/>
              </a:ext>
            </a:extLst>
          </p:cNvPr>
          <p:cNvSpPr txBox="1">
            <a:spLocks/>
          </p:cNvSpPr>
          <p:nvPr/>
        </p:nvSpPr>
        <p:spPr>
          <a:xfrm>
            <a:off x="539750" y="579558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1</a:t>
            </a:r>
            <a:endParaRPr lang="en-US" b="1" dirty="0"/>
          </a:p>
        </p:txBody>
      </p:sp>
      <p:sp>
        <p:nvSpPr>
          <p:cNvPr id="23" name="Textplatzhalter 8">
            <a:extLst>
              <a:ext uri="{FF2B5EF4-FFF2-40B4-BE49-F238E27FC236}">
                <a16:creationId xmlns:a16="http://schemas.microsoft.com/office/drawing/2014/main" id="{25622D38-4F76-DC22-0FF6-DA53326D1311}"/>
              </a:ext>
            </a:extLst>
          </p:cNvPr>
          <p:cNvSpPr txBox="1">
            <a:spLocks/>
          </p:cNvSpPr>
          <p:nvPr/>
        </p:nvSpPr>
        <p:spPr>
          <a:xfrm>
            <a:off x="1033133" y="579558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Introduction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20331A31-3041-6653-EE00-4C18A75BA59E}"/>
              </a:ext>
            </a:extLst>
          </p:cNvPr>
          <p:cNvSpPr txBox="1">
            <a:spLocks/>
          </p:cNvSpPr>
          <p:nvPr/>
        </p:nvSpPr>
        <p:spPr>
          <a:xfrm>
            <a:off x="539750" y="1010227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2</a:t>
            </a:r>
            <a:endParaRPr lang="en-US" b="1" dirty="0"/>
          </a:p>
        </p:txBody>
      </p:sp>
      <p:sp>
        <p:nvSpPr>
          <p:cNvPr id="25" name="Textplatzhalter 10">
            <a:extLst>
              <a:ext uri="{FF2B5EF4-FFF2-40B4-BE49-F238E27FC236}">
                <a16:creationId xmlns:a16="http://schemas.microsoft.com/office/drawing/2014/main" id="{BFAF8683-F3AF-27B1-BAF4-B9ADC80BB5FD}"/>
              </a:ext>
            </a:extLst>
          </p:cNvPr>
          <p:cNvSpPr txBox="1">
            <a:spLocks/>
          </p:cNvSpPr>
          <p:nvPr/>
        </p:nvSpPr>
        <p:spPr>
          <a:xfrm>
            <a:off x="1033133" y="1010227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Definition</a:t>
            </a:r>
          </a:p>
        </p:txBody>
      </p:sp>
      <p:sp>
        <p:nvSpPr>
          <p:cNvPr id="26" name="Textplatzhalter 11">
            <a:extLst>
              <a:ext uri="{FF2B5EF4-FFF2-40B4-BE49-F238E27FC236}">
                <a16:creationId xmlns:a16="http://schemas.microsoft.com/office/drawing/2014/main" id="{46B5F996-F555-2E2B-2971-F1F2FD1F53F4}"/>
              </a:ext>
            </a:extLst>
          </p:cNvPr>
          <p:cNvSpPr txBox="1">
            <a:spLocks/>
          </p:cNvSpPr>
          <p:nvPr/>
        </p:nvSpPr>
        <p:spPr>
          <a:xfrm>
            <a:off x="539750" y="1440896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3</a:t>
            </a:r>
            <a:endParaRPr lang="en-US" b="1" dirty="0"/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ED70C6C7-E7D2-70D5-3EA6-77E46BD93A12}"/>
              </a:ext>
            </a:extLst>
          </p:cNvPr>
          <p:cNvSpPr txBox="1">
            <a:spLocks/>
          </p:cNvSpPr>
          <p:nvPr/>
        </p:nvSpPr>
        <p:spPr>
          <a:xfrm>
            <a:off x="1033133" y="1440896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Dependent and independent variables</a:t>
            </a:r>
            <a:endParaRPr lang="en-US" dirty="0"/>
          </a:p>
        </p:txBody>
      </p:sp>
      <p:sp>
        <p:nvSpPr>
          <p:cNvPr id="28" name="Textplatzhalter 13">
            <a:extLst>
              <a:ext uri="{FF2B5EF4-FFF2-40B4-BE49-F238E27FC236}">
                <a16:creationId xmlns:a16="http://schemas.microsoft.com/office/drawing/2014/main" id="{44DA549F-E5AF-A7B2-22EC-EA2B9676C04A}"/>
              </a:ext>
            </a:extLst>
          </p:cNvPr>
          <p:cNvSpPr txBox="1">
            <a:spLocks/>
          </p:cNvSpPr>
          <p:nvPr/>
        </p:nvSpPr>
        <p:spPr>
          <a:xfrm>
            <a:off x="539750" y="1871565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4</a:t>
            </a:r>
            <a:endParaRPr lang="en-US" b="1" dirty="0"/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30FA9616-FFA6-E05C-EC73-0021BCA17637}"/>
              </a:ext>
            </a:extLst>
          </p:cNvPr>
          <p:cNvSpPr txBox="1">
            <a:spLocks/>
          </p:cNvSpPr>
          <p:nvPr/>
        </p:nvSpPr>
        <p:spPr>
          <a:xfrm>
            <a:off x="1033133" y="1871565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Model specification &amp; design</a:t>
            </a:r>
          </a:p>
        </p:txBody>
      </p:sp>
      <p:sp>
        <p:nvSpPr>
          <p:cNvPr id="30" name="Textplatzhalter 15">
            <a:extLst>
              <a:ext uri="{FF2B5EF4-FFF2-40B4-BE49-F238E27FC236}">
                <a16:creationId xmlns:a16="http://schemas.microsoft.com/office/drawing/2014/main" id="{1D26CE85-6423-57A1-FD22-4711B6C4FAE3}"/>
              </a:ext>
            </a:extLst>
          </p:cNvPr>
          <p:cNvSpPr txBox="1">
            <a:spLocks/>
          </p:cNvSpPr>
          <p:nvPr/>
        </p:nvSpPr>
        <p:spPr>
          <a:xfrm>
            <a:off x="539750" y="2302234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5</a:t>
            </a:r>
          </a:p>
        </p:txBody>
      </p:sp>
      <p:sp>
        <p:nvSpPr>
          <p:cNvPr id="31" name="Textplatzhalter 16">
            <a:extLst>
              <a:ext uri="{FF2B5EF4-FFF2-40B4-BE49-F238E27FC236}">
                <a16:creationId xmlns:a16="http://schemas.microsoft.com/office/drawing/2014/main" id="{A579CFC6-BDDB-5920-EDE7-A6EB08A77631}"/>
              </a:ext>
            </a:extLst>
          </p:cNvPr>
          <p:cNvSpPr txBox="1">
            <a:spLocks/>
          </p:cNvSpPr>
          <p:nvPr/>
        </p:nvSpPr>
        <p:spPr>
          <a:xfrm>
            <a:off x="1033133" y="2302234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Fitting and </a:t>
            </a:r>
            <a:r>
              <a:rPr lang="en-GB" dirty="0" err="1"/>
              <a:t>los</a:t>
            </a:r>
            <a:r>
              <a:rPr lang="en-GB" dirty="0"/>
              <a:t> functions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385A2161-6EDC-AE85-23D4-B0F7F42D5290}"/>
              </a:ext>
            </a:extLst>
          </p:cNvPr>
          <p:cNvSpPr txBox="1">
            <a:spLocks/>
          </p:cNvSpPr>
          <p:nvPr/>
        </p:nvSpPr>
        <p:spPr>
          <a:xfrm>
            <a:off x="539750" y="2732903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6</a:t>
            </a:r>
            <a:endParaRPr lang="en-US" b="1" dirty="0"/>
          </a:p>
        </p:txBody>
      </p:sp>
      <p:sp>
        <p:nvSpPr>
          <p:cNvPr id="33" name="Textplatzhalter 18">
            <a:extLst>
              <a:ext uri="{FF2B5EF4-FFF2-40B4-BE49-F238E27FC236}">
                <a16:creationId xmlns:a16="http://schemas.microsoft.com/office/drawing/2014/main" id="{46153C66-D9CB-E200-0E1B-3FB4E1B94EAC}"/>
              </a:ext>
            </a:extLst>
          </p:cNvPr>
          <p:cNvSpPr txBox="1">
            <a:spLocks/>
          </p:cNvSpPr>
          <p:nvPr/>
        </p:nvSpPr>
        <p:spPr>
          <a:xfrm>
            <a:off x="1033133" y="2732903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Confidence intervals and evaluation</a:t>
            </a:r>
          </a:p>
        </p:txBody>
      </p:sp>
      <p:sp>
        <p:nvSpPr>
          <p:cNvPr id="35" name="Textplatzhalter 15">
            <a:extLst>
              <a:ext uri="{FF2B5EF4-FFF2-40B4-BE49-F238E27FC236}">
                <a16:creationId xmlns:a16="http://schemas.microsoft.com/office/drawing/2014/main" id="{CE53628F-2D99-1D84-B13F-3A6B6543F9CA}"/>
              </a:ext>
            </a:extLst>
          </p:cNvPr>
          <p:cNvSpPr txBox="1">
            <a:spLocks/>
          </p:cNvSpPr>
          <p:nvPr/>
        </p:nvSpPr>
        <p:spPr>
          <a:xfrm>
            <a:off x="539750" y="3163572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7</a:t>
            </a:r>
          </a:p>
        </p:txBody>
      </p:sp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76FA403B-478C-5140-9A17-3F44850362D9}"/>
              </a:ext>
            </a:extLst>
          </p:cNvPr>
          <p:cNvSpPr txBox="1">
            <a:spLocks/>
          </p:cNvSpPr>
          <p:nvPr/>
        </p:nvSpPr>
        <p:spPr>
          <a:xfrm>
            <a:off x="1033133" y="316357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Assumptions and diagnostics</a:t>
            </a:r>
          </a:p>
        </p:txBody>
      </p:sp>
      <p:sp>
        <p:nvSpPr>
          <p:cNvPr id="37" name="Textplatzhalter 17">
            <a:extLst>
              <a:ext uri="{FF2B5EF4-FFF2-40B4-BE49-F238E27FC236}">
                <a16:creationId xmlns:a16="http://schemas.microsoft.com/office/drawing/2014/main" id="{70D10F22-00C4-A00D-0AE0-60EBF1852797}"/>
              </a:ext>
            </a:extLst>
          </p:cNvPr>
          <p:cNvSpPr txBox="1">
            <a:spLocks/>
          </p:cNvSpPr>
          <p:nvPr/>
        </p:nvSpPr>
        <p:spPr>
          <a:xfrm>
            <a:off x="539750" y="3594243"/>
            <a:ext cx="416226" cy="338433"/>
          </a:xfrm>
          <a:prstGeom prst="rect">
            <a:avLst/>
          </a:prstGeom>
          <a:solidFill>
            <a:srgbClr val="76B900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8" name="Textplatzhalter 18">
            <a:extLst>
              <a:ext uri="{FF2B5EF4-FFF2-40B4-BE49-F238E27FC236}">
                <a16:creationId xmlns:a16="http://schemas.microsoft.com/office/drawing/2014/main" id="{8FCF58CA-ED16-5952-DB9A-41F186B3E9B9}"/>
              </a:ext>
            </a:extLst>
          </p:cNvPr>
          <p:cNvSpPr txBox="1">
            <a:spLocks/>
          </p:cNvSpPr>
          <p:nvPr/>
        </p:nvSpPr>
        <p:spPr>
          <a:xfrm>
            <a:off x="1033133" y="3594242"/>
            <a:ext cx="7752092" cy="338433"/>
          </a:xfrm>
          <a:prstGeom prst="rect">
            <a:avLst/>
          </a:prstGeom>
          <a:solidFill>
            <a:srgbClr val="76B900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/>
                </a:solidFill>
              </a:rPr>
              <a:t>Predictive power &amp; interpretability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359595-707D-0AA8-3885-7119A72990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21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4FA9BB2-23F3-B11E-44D9-D06A05443E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3E7243F1-F885-B6E2-BDB1-02308740CF29}"/>
              </a:ext>
            </a:extLst>
          </p:cNvPr>
          <p:cNvSpPr txBox="1">
            <a:spLocks/>
          </p:cNvSpPr>
          <p:nvPr/>
        </p:nvSpPr>
        <p:spPr>
          <a:xfrm>
            <a:off x="539750" y="4024913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9</a:t>
            </a:r>
          </a:p>
        </p:txBody>
      </p:sp>
      <p:sp>
        <p:nvSpPr>
          <p:cNvPr id="6" name="Textplatzhalter 18">
            <a:extLst>
              <a:ext uri="{FF2B5EF4-FFF2-40B4-BE49-F238E27FC236}">
                <a16:creationId xmlns:a16="http://schemas.microsoft.com/office/drawing/2014/main" id="{5219FC30-5821-ED6A-73E8-A88FF9CFE255}"/>
              </a:ext>
            </a:extLst>
          </p:cNvPr>
          <p:cNvSpPr txBox="1">
            <a:spLocks/>
          </p:cNvSpPr>
          <p:nvPr/>
        </p:nvSpPr>
        <p:spPr>
          <a:xfrm>
            <a:off x="1033133" y="402491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284708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B89ED-ED5A-E1A3-3B46-8B8E843F6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BAB45E5-18BA-548A-D515-69D015C31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Predictive power &amp; interpretability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12AA5ED-792F-9307-DC2A-D8F269020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600" b="1" noProof="1"/>
              <a:t>Lorem ipsum dolor sit amet, consectetuer adipiscing elit. Maecenas porttitor congue </a:t>
            </a:r>
            <a:br>
              <a:rPr lang="de-DE" sz="1600" b="1" noProof="1"/>
            </a:br>
            <a:r>
              <a:rPr lang="de-DE" sz="1600" b="1" noProof="1"/>
              <a:t>massa. Fusce posuere, magna sed pulvinar ultricies, purus lectus malesuada libero, </a:t>
            </a:r>
            <a:br>
              <a:rPr lang="de-DE" sz="1600" b="1" noProof="1"/>
            </a:br>
            <a:r>
              <a:rPr lang="de-DE" sz="1600" b="1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</a:t>
            </a:r>
            <a:br>
              <a:rPr lang="de-DE" sz="1400" noProof="1"/>
            </a:br>
            <a:r>
              <a:rPr lang="de-DE" sz="1400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</a:t>
            </a:r>
            <a:br>
              <a:rPr lang="de-DE" sz="1400" noProof="1"/>
            </a:br>
            <a:r>
              <a:rPr lang="de-DE" sz="1400" noProof="1"/>
              <a:t>Maecenas porttitor congue massa. 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Fusce posuere, magna sed pulvinar ultricies, purus lectus malesuada libero, </a:t>
            </a:r>
            <a:br>
              <a:rPr lang="de-DE" sz="1200" noProof="1"/>
            </a:br>
            <a:r>
              <a:rPr lang="de-DE" sz="1200" noProof="1"/>
              <a:t>sit amet commodo magna eros quis urna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Purus lectus malesuada libero, sit amet commodo </a:t>
            </a:r>
          </a:p>
          <a:p>
            <a:pPr marL="357188" lvl="4">
              <a:spcAft>
                <a:spcPts val="600"/>
              </a:spcAft>
            </a:pPr>
            <a:endParaRPr lang="de-DE" sz="12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2512D3-CEBE-6FC0-7212-7B0458F100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8F23A30-5A04-317C-CB70-B4943D81ED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3237720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80382-DA2C-6F8B-3FC2-B87E9A410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095CCADD-F575-8432-A36D-C9C6A6AF0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305147"/>
            <a:ext cx="7524750" cy="436017"/>
          </a:xfrm>
        </p:spPr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D9F4A62-5221-2BB7-3211-6DC351D6E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600" b="1" noProof="1"/>
              <a:t>Lorem ipsum dolor sit amet, consectetuer adipiscing elit. Maecenas porttitor congue </a:t>
            </a:r>
            <a:br>
              <a:rPr lang="de-DE" sz="1600" b="1" noProof="1"/>
            </a:br>
            <a:r>
              <a:rPr lang="de-DE" sz="1600" b="1" noProof="1"/>
              <a:t>massa. Fusce posuere, magna sed pulvinar ultricies, purus lectus malesuada libero, </a:t>
            </a:r>
            <a:br>
              <a:rPr lang="de-DE" sz="1600" b="1" noProof="1"/>
            </a:br>
            <a:r>
              <a:rPr lang="de-DE" sz="1600" b="1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</a:t>
            </a:r>
            <a:br>
              <a:rPr lang="de-DE" sz="1400" noProof="1"/>
            </a:br>
            <a:r>
              <a:rPr lang="de-DE" sz="1400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</a:t>
            </a:r>
            <a:br>
              <a:rPr lang="de-DE" sz="1400" noProof="1"/>
            </a:br>
            <a:r>
              <a:rPr lang="de-DE" sz="1400" noProof="1"/>
              <a:t>Maecenas porttitor congue massa. 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Fusce posuere, magna sed pulvinar ultricies, purus lectus malesuada libero, </a:t>
            </a:r>
            <a:br>
              <a:rPr lang="de-DE" sz="1200" noProof="1"/>
            </a:br>
            <a:r>
              <a:rPr lang="de-DE" sz="1200" noProof="1"/>
              <a:t>sit amet commodo magna eros quis urna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Purus lectus malesuada libero, sit amet commodo </a:t>
            </a:r>
          </a:p>
          <a:p>
            <a:pPr marL="357188" lvl="4">
              <a:spcAft>
                <a:spcPts val="600"/>
              </a:spcAft>
            </a:pPr>
            <a:endParaRPr lang="de-DE" sz="12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CFC3C7-5C2C-2D17-AAE1-B6F5262E77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BD04993-EF2B-D744-7477-F718CA54B9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172136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E7F7C-F95B-2AE2-5E46-C29940ACF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7">
            <a:extLst>
              <a:ext uri="{FF2B5EF4-FFF2-40B4-BE49-F238E27FC236}">
                <a16:creationId xmlns:a16="http://schemas.microsoft.com/office/drawing/2014/main" id="{AE97B6A3-FB26-B0AA-5DE7-DD3C58B2B20D}"/>
              </a:ext>
            </a:extLst>
          </p:cNvPr>
          <p:cNvSpPr txBox="1">
            <a:spLocks/>
          </p:cNvSpPr>
          <p:nvPr/>
        </p:nvSpPr>
        <p:spPr>
          <a:xfrm>
            <a:off x="539750" y="579558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1</a:t>
            </a:r>
            <a:endParaRPr lang="en-US" b="1" dirty="0"/>
          </a:p>
        </p:txBody>
      </p:sp>
      <p:sp>
        <p:nvSpPr>
          <p:cNvPr id="23" name="Textplatzhalter 8">
            <a:extLst>
              <a:ext uri="{FF2B5EF4-FFF2-40B4-BE49-F238E27FC236}">
                <a16:creationId xmlns:a16="http://schemas.microsoft.com/office/drawing/2014/main" id="{EAB1F66D-84CB-618D-73E7-7D69CEF34C51}"/>
              </a:ext>
            </a:extLst>
          </p:cNvPr>
          <p:cNvSpPr txBox="1">
            <a:spLocks/>
          </p:cNvSpPr>
          <p:nvPr/>
        </p:nvSpPr>
        <p:spPr>
          <a:xfrm>
            <a:off x="1033133" y="579558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Introduction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49C1462D-0B82-1045-5958-422FF338D5B6}"/>
              </a:ext>
            </a:extLst>
          </p:cNvPr>
          <p:cNvSpPr txBox="1">
            <a:spLocks/>
          </p:cNvSpPr>
          <p:nvPr/>
        </p:nvSpPr>
        <p:spPr>
          <a:xfrm>
            <a:off x="539750" y="1010227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2</a:t>
            </a:r>
            <a:endParaRPr lang="en-US" b="1" dirty="0"/>
          </a:p>
        </p:txBody>
      </p:sp>
      <p:sp>
        <p:nvSpPr>
          <p:cNvPr id="25" name="Textplatzhalter 10">
            <a:extLst>
              <a:ext uri="{FF2B5EF4-FFF2-40B4-BE49-F238E27FC236}">
                <a16:creationId xmlns:a16="http://schemas.microsoft.com/office/drawing/2014/main" id="{55297794-DBAD-0671-AF93-32D6FDF55B73}"/>
              </a:ext>
            </a:extLst>
          </p:cNvPr>
          <p:cNvSpPr txBox="1">
            <a:spLocks/>
          </p:cNvSpPr>
          <p:nvPr/>
        </p:nvSpPr>
        <p:spPr>
          <a:xfrm>
            <a:off x="1033133" y="1010227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Definition</a:t>
            </a:r>
          </a:p>
        </p:txBody>
      </p:sp>
      <p:sp>
        <p:nvSpPr>
          <p:cNvPr id="26" name="Textplatzhalter 11">
            <a:extLst>
              <a:ext uri="{FF2B5EF4-FFF2-40B4-BE49-F238E27FC236}">
                <a16:creationId xmlns:a16="http://schemas.microsoft.com/office/drawing/2014/main" id="{17607542-E369-DD8B-1E4B-BB51511366F7}"/>
              </a:ext>
            </a:extLst>
          </p:cNvPr>
          <p:cNvSpPr txBox="1">
            <a:spLocks/>
          </p:cNvSpPr>
          <p:nvPr/>
        </p:nvSpPr>
        <p:spPr>
          <a:xfrm>
            <a:off x="539750" y="1440896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3</a:t>
            </a:r>
            <a:endParaRPr lang="en-US" b="1" dirty="0"/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E9819934-081C-A538-24AB-9F2565EC9852}"/>
              </a:ext>
            </a:extLst>
          </p:cNvPr>
          <p:cNvSpPr txBox="1">
            <a:spLocks/>
          </p:cNvSpPr>
          <p:nvPr/>
        </p:nvSpPr>
        <p:spPr>
          <a:xfrm>
            <a:off x="1033133" y="1440896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Dependent and independent variables</a:t>
            </a:r>
            <a:endParaRPr lang="en-US" dirty="0"/>
          </a:p>
        </p:txBody>
      </p:sp>
      <p:sp>
        <p:nvSpPr>
          <p:cNvPr id="28" name="Textplatzhalter 13">
            <a:extLst>
              <a:ext uri="{FF2B5EF4-FFF2-40B4-BE49-F238E27FC236}">
                <a16:creationId xmlns:a16="http://schemas.microsoft.com/office/drawing/2014/main" id="{C6AA3323-6A05-6C51-D3C6-495147C46515}"/>
              </a:ext>
            </a:extLst>
          </p:cNvPr>
          <p:cNvSpPr txBox="1">
            <a:spLocks/>
          </p:cNvSpPr>
          <p:nvPr/>
        </p:nvSpPr>
        <p:spPr>
          <a:xfrm>
            <a:off x="539750" y="1871565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4</a:t>
            </a:r>
            <a:endParaRPr lang="en-US" b="1" dirty="0"/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ED940F67-455E-44AA-BE7E-5E9FAFEA3F6D}"/>
              </a:ext>
            </a:extLst>
          </p:cNvPr>
          <p:cNvSpPr txBox="1">
            <a:spLocks/>
          </p:cNvSpPr>
          <p:nvPr/>
        </p:nvSpPr>
        <p:spPr>
          <a:xfrm>
            <a:off x="1033133" y="1871565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Model specification &amp; design</a:t>
            </a:r>
          </a:p>
        </p:txBody>
      </p:sp>
      <p:sp>
        <p:nvSpPr>
          <p:cNvPr id="30" name="Textplatzhalter 15">
            <a:extLst>
              <a:ext uri="{FF2B5EF4-FFF2-40B4-BE49-F238E27FC236}">
                <a16:creationId xmlns:a16="http://schemas.microsoft.com/office/drawing/2014/main" id="{C2CEE5B5-AA17-FAC7-81EA-2C4C990541F6}"/>
              </a:ext>
            </a:extLst>
          </p:cNvPr>
          <p:cNvSpPr txBox="1">
            <a:spLocks/>
          </p:cNvSpPr>
          <p:nvPr/>
        </p:nvSpPr>
        <p:spPr>
          <a:xfrm>
            <a:off x="539750" y="2302234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5</a:t>
            </a:r>
          </a:p>
        </p:txBody>
      </p:sp>
      <p:sp>
        <p:nvSpPr>
          <p:cNvPr id="31" name="Textplatzhalter 16">
            <a:extLst>
              <a:ext uri="{FF2B5EF4-FFF2-40B4-BE49-F238E27FC236}">
                <a16:creationId xmlns:a16="http://schemas.microsoft.com/office/drawing/2014/main" id="{12823370-78B0-62AC-F15D-6EDF9A4584E0}"/>
              </a:ext>
            </a:extLst>
          </p:cNvPr>
          <p:cNvSpPr txBox="1">
            <a:spLocks/>
          </p:cNvSpPr>
          <p:nvPr/>
        </p:nvSpPr>
        <p:spPr>
          <a:xfrm>
            <a:off x="1033133" y="2302234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Fitting and </a:t>
            </a:r>
            <a:r>
              <a:rPr lang="en-GB" dirty="0" err="1"/>
              <a:t>los</a:t>
            </a:r>
            <a:r>
              <a:rPr lang="en-GB" dirty="0"/>
              <a:t> functions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837765AA-2036-4D0E-BB0B-F9D37BB1E16F}"/>
              </a:ext>
            </a:extLst>
          </p:cNvPr>
          <p:cNvSpPr txBox="1">
            <a:spLocks/>
          </p:cNvSpPr>
          <p:nvPr/>
        </p:nvSpPr>
        <p:spPr>
          <a:xfrm>
            <a:off x="539750" y="2732903"/>
            <a:ext cx="416226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6</a:t>
            </a:r>
            <a:endParaRPr lang="en-US" b="1" dirty="0"/>
          </a:p>
        </p:txBody>
      </p:sp>
      <p:sp>
        <p:nvSpPr>
          <p:cNvPr id="33" name="Textplatzhalter 18">
            <a:extLst>
              <a:ext uri="{FF2B5EF4-FFF2-40B4-BE49-F238E27FC236}">
                <a16:creationId xmlns:a16="http://schemas.microsoft.com/office/drawing/2014/main" id="{14CBBBBC-D6AF-43DB-1B1A-76F0F2940E27}"/>
              </a:ext>
            </a:extLst>
          </p:cNvPr>
          <p:cNvSpPr txBox="1">
            <a:spLocks/>
          </p:cNvSpPr>
          <p:nvPr/>
        </p:nvSpPr>
        <p:spPr>
          <a:xfrm>
            <a:off x="1033133" y="2732903"/>
            <a:ext cx="7752092" cy="338433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Confidence intervals and evaluation</a:t>
            </a:r>
          </a:p>
        </p:txBody>
      </p:sp>
      <p:sp>
        <p:nvSpPr>
          <p:cNvPr id="35" name="Textplatzhalter 15">
            <a:extLst>
              <a:ext uri="{FF2B5EF4-FFF2-40B4-BE49-F238E27FC236}">
                <a16:creationId xmlns:a16="http://schemas.microsoft.com/office/drawing/2014/main" id="{86F5964A-1027-7DCF-22F3-EDFDB085F2AB}"/>
              </a:ext>
            </a:extLst>
          </p:cNvPr>
          <p:cNvSpPr txBox="1">
            <a:spLocks/>
          </p:cNvSpPr>
          <p:nvPr/>
        </p:nvSpPr>
        <p:spPr>
          <a:xfrm>
            <a:off x="539750" y="3163572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7</a:t>
            </a:r>
          </a:p>
        </p:txBody>
      </p:sp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DD38269D-1630-3245-0197-F72791F4BCFB}"/>
              </a:ext>
            </a:extLst>
          </p:cNvPr>
          <p:cNvSpPr txBox="1">
            <a:spLocks/>
          </p:cNvSpPr>
          <p:nvPr/>
        </p:nvSpPr>
        <p:spPr>
          <a:xfrm>
            <a:off x="1033133" y="316357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Assumptions and diagnostics</a:t>
            </a:r>
          </a:p>
        </p:txBody>
      </p:sp>
      <p:sp>
        <p:nvSpPr>
          <p:cNvPr id="37" name="Textplatzhalter 17">
            <a:extLst>
              <a:ext uri="{FF2B5EF4-FFF2-40B4-BE49-F238E27FC236}">
                <a16:creationId xmlns:a16="http://schemas.microsoft.com/office/drawing/2014/main" id="{F23B654E-C153-5AEF-49BF-397AD2DC4599}"/>
              </a:ext>
            </a:extLst>
          </p:cNvPr>
          <p:cNvSpPr txBox="1">
            <a:spLocks/>
          </p:cNvSpPr>
          <p:nvPr/>
        </p:nvSpPr>
        <p:spPr>
          <a:xfrm>
            <a:off x="539750" y="3594243"/>
            <a:ext cx="416226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8</a:t>
            </a:r>
          </a:p>
        </p:txBody>
      </p:sp>
      <p:sp>
        <p:nvSpPr>
          <p:cNvPr id="38" name="Textplatzhalter 18">
            <a:extLst>
              <a:ext uri="{FF2B5EF4-FFF2-40B4-BE49-F238E27FC236}">
                <a16:creationId xmlns:a16="http://schemas.microsoft.com/office/drawing/2014/main" id="{2C552BCE-5D43-E5D7-D9C4-63DCFDE79C6E}"/>
              </a:ext>
            </a:extLst>
          </p:cNvPr>
          <p:cNvSpPr txBox="1">
            <a:spLocks/>
          </p:cNvSpPr>
          <p:nvPr/>
        </p:nvSpPr>
        <p:spPr>
          <a:xfrm>
            <a:off x="1033133" y="3594242"/>
            <a:ext cx="7752092" cy="338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Predictive power &amp; interpretability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4F3E46-F0EF-D35E-CACC-B0B9A01BD8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24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30C1F7F-017C-473E-8133-BD33F629D2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6DBBD365-5AC1-9275-2AB0-B2AE8758D256}"/>
              </a:ext>
            </a:extLst>
          </p:cNvPr>
          <p:cNvSpPr txBox="1">
            <a:spLocks/>
          </p:cNvSpPr>
          <p:nvPr/>
        </p:nvSpPr>
        <p:spPr>
          <a:xfrm>
            <a:off x="539750" y="4024913"/>
            <a:ext cx="416226" cy="338433"/>
          </a:xfrm>
          <a:prstGeom prst="rect">
            <a:avLst/>
          </a:prstGeom>
          <a:solidFill>
            <a:srgbClr val="76B900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6" name="Textplatzhalter 18">
            <a:extLst>
              <a:ext uri="{FF2B5EF4-FFF2-40B4-BE49-F238E27FC236}">
                <a16:creationId xmlns:a16="http://schemas.microsoft.com/office/drawing/2014/main" id="{9D88F9CC-1F57-BC2C-5367-4CC6230CF1D0}"/>
              </a:ext>
            </a:extLst>
          </p:cNvPr>
          <p:cNvSpPr txBox="1">
            <a:spLocks/>
          </p:cNvSpPr>
          <p:nvPr/>
        </p:nvSpPr>
        <p:spPr>
          <a:xfrm>
            <a:off x="1033133" y="4024912"/>
            <a:ext cx="7752092" cy="338433"/>
          </a:xfrm>
          <a:prstGeom prst="rect">
            <a:avLst/>
          </a:prstGeom>
          <a:solidFill>
            <a:srgbClr val="76B900"/>
          </a:solidFill>
        </p:spPr>
        <p:txBody>
          <a:bodyPr anchor="ctr"/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 Office" panose="02000000000000000000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/>
                </a:solidFill>
              </a:rPr>
              <a:t>Quiz &amp; Workshop</a:t>
            </a:r>
          </a:p>
        </p:txBody>
      </p:sp>
    </p:spTree>
    <p:extLst>
      <p:ext uri="{BB962C8B-B14F-4D97-AF65-F5344CB8AC3E}">
        <p14:creationId xmlns:p14="http://schemas.microsoft.com/office/powerpoint/2010/main" val="2661606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BBFD7-AFBD-34BC-B87F-B1C942ABB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E0E3106-302C-A066-CAD1-BA8D1B941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– Part 1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A6AF90-51EF-7C33-E14B-2CFC6B5E3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600" b="1" noProof="1"/>
              <a:t>Qr code</a:t>
            </a:r>
            <a:endParaRPr lang="de-DE" sz="12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D5C87D-11E8-0CAC-30BB-FC394A4FFB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25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DB54E7A-1EE7-AF3C-2A48-909E6412EF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762492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159C6-074E-3079-0A81-4538DB90E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B417F49-5F1E-FA95-EE36-C5D5F848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– Solutions &amp; explanations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F3B5622-BEEF-8CEE-A01E-8BCE3C1EB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200" noProof="1"/>
              <a:t>-&gt;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88FE62-2C4F-9746-C00E-B9960218C2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26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61A990B-E484-86F5-5210-B101C536D9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291559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2BA0C1E-7BE0-4EA4-93B2-80850F76E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1310" y="2353741"/>
            <a:ext cx="1801380" cy="436017"/>
          </a:xfrm>
        </p:spPr>
        <p:txBody>
          <a:bodyPr/>
          <a:lstStyle/>
          <a:p>
            <a:r>
              <a:rPr lang="en-GB" noProof="0" dirty="0"/>
              <a:t>Workshop</a:t>
            </a:r>
            <a:endParaRPr lang="en-GB" b="0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4709D36-B4EC-4703-8CE4-A0457C99B4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25029-37DE-484F-BFE0-9B37AF2B26B8}" type="slidenum">
              <a:rPr kumimoji="0" lang="de-DE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TWBerlin Office" panose="02000000000000000000" pitchFamily="2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de-DE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TWBerlin Office" panose="02000000000000000000" pitchFamily="2" charset="0"/>
              <a:ea typeface="+mn-ea"/>
              <a:cs typeface="+mn-cs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31BEC8B-5A45-4C7F-9B47-9A1E161FAC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29942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180AC-89D2-9244-33EA-93C8E2E40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8B28D38B-6F94-658C-E29E-A575A4870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</a:t>
            </a:r>
            <a:r>
              <a:rPr lang="en-GB" dirty="0" err="1"/>
              <a:t>orkshop</a:t>
            </a:r>
            <a:r>
              <a:rPr lang="en-GB" dirty="0"/>
              <a:t> / or tutorial idk name exactly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BB69F22-4DF0-D68C-0BC5-0F24CC72E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lvl="3" indent="-171450">
              <a:lnSpc>
                <a:spcPct val="100000"/>
              </a:lnSpc>
              <a:spcAft>
                <a:spcPts val="600"/>
              </a:spcAft>
            </a:pPr>
            <a:r>
              <a:rPr lang="en-GB" sz="1400" b="1" dirty="0"/>
              <a:t>We’re modelling … , but the model is broken and it is your job is to fix it! </a:t>
            </a:r>
          </a:p>
          <a:p>
            <a:pPr marL="171450" lvl="3" indent="-171450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Group of 2 </a:t>
            </a:r>
          </a:p>
          <a:p>
            <a:pPr marL="171450" lvl="3" indent="-171450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Google collab notebook tutorial (design this notebook)</a:t>
            </a:r>
          </a:p>
          <a:p>
            <a:pPr marL="171450" lvl="3" indent="-171450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Each group of 2 get the same dataset but an incomplete notebook</a:t>
            </a:r>
          </a:p>
          <a:p>
            <a:pPr marL="171450" lvl="3" indent="-171450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Mission is to debug complete and interpret results</a:t>
            </a:r>
          </a:p>
          <a:p>
            <a:pPr marL="171450" lvl="3" indent="-171450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Winning prizes for the workshop and the quiz teil a und b (matte, choco)</a:t>
            </a:r>
          </a:p>
          <a:p>
            <a:pPr marL="171450" lvl="3" indent="-171450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10min for each phase + clues announced for each phase</a:t>
            </a:r>
          </a:p>
          <a:p>
            <a:pPr marL="171450" lvl="3" indent="-171450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First group to finish wins</a:t>
            </a:r>
          </a:p>
          <a:p>
            <a:pPr marL="171450" lvl="3" indent="-171450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By the end show final result and plots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9A768E9-70E7-5111-9B2A-61543A890F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28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BDBB799-0F9C-67BD-4633-A039F89DB0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1645163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9353B-88DD-1F9C-BFFC-763C99E41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A2AF52D-C381-CC30-0AD9-56DC3876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– Part 2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D82E15C-B23C-8EA7-D308-496AAD14C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600" b="1" noProof="1"/>
              <a:t>Qr code</a:t>
            </a:r>
            <a:endParaRPr lang="de-DE" sz="12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93DF81-F4C2-5730-D825-2147AA5736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29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D5F45BC-F86D-75DA-448C-E9EF86AEE1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114904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B4C38-88E3-879C-C252-66ABDF565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0FF7551F-DE55-9455-CFFF-AFB878DD8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– Solutions &amp; explanations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35D5690-EE5B-ABDC-4E3C-7F28C1864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200" noProof="1"/>
              <a:t>-&gt;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049E309-4C27-0107-A4BD-DFCC488BC9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30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F1153E1-B572-77D5-ED41-5CFF2BF5EA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1916777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42C11151-AFD3-4918-B546-DA880E401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 + 1 spaltiger Text</a:t>
            </a:r>
            <a:endParaRPr lang="sr-Latn-C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6690810-C4F9-4909-9DD5-451FA7A96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600" b="1" noProof="1"/>
              <a:t>Lorem ipsum dolor sit amet, consectetuer adipiscing elit. Maecenas porttitor congue </a:t>
            </a:r>
            <a:br>
              <a:rPr lang="de-DE" sz="1600" b="1" noProof="1"/>
            </a:br>
            <a:r>
              <a:rPr lang="de-DE" sz="1600" b="1" noProof="1"/>
              <a:t>massa. Fusce posuere, magna sed pulvinar ultricies, purus lectus malesuada libero, </a:t>
            </a:r>
            <a:br>
              <a:rPr lang="de-DE" sz="1600" b="1" noProof="1"/>
            </a:br>
            <a:r>
              <a:rPr lang="de-DE" sz="1600" b="1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</a:t>
            </a:r>
            <a:br>
              <a:rPr lang="de-DE" sz="1400" noProof="1"/>
            </a:br>
            <a:r>
              <a:rPr lang="de-DE" sz="1400" noProof="1"/>
              <a:t>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</a:t>
            </a:r>
            <a:br>
              <a:rPr lang="de-DE" sz="1400" noProof="1"/>
            </a:br>
            <a:r>
              <a:rPr lang="de-DE" sz="1400" noProof="1"/>
              <a:t>Maecenas porttitor congue massa. 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Fusce posuere, magna sed pulvinar ultricies, purus lectus malesuada libero, </a:t>
            </a:r>
            <a:br>
              <a:rPr lang="de-DE" sz="1200" noProof="1"/>
            </a:br>
            <a:r>
              <a:rPr lang="de-DE" sz="1200" noProof="1"/>
              <a:t>sit amet commodo magna eros quis urna</a:t>
            </a:r>
          </a:p>
          <a:p>
            <a:pPr marL="357188" lvl="4">
              <a:spcAft>
                <a:spcPts val="600"/>
              </a:spcAft>
            </a:pPr>
            <a:r>
              <a:rPr lang="de-DE" sz="1200" noProof="1"/>
              <a:t>Purus lectus malesuada libero, sit amet commodo </a:t>
            </a:r>
          </a:p>
          <a:p>
            <a:pPr marL="357188" lvl="4">
              <a:spcAft>
                <a:spcPts val="600"/>
              </a:spcAft>
            </a:pPr>
            <a:endParaRPr lang="de-DE" sz="12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C6B3CB-482B-4686-A31C-3C1E7DE2CB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31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32B9206-613C-42CD-9344-72F6A9511C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Referent_in ergänzen bitte | Folientitel in Kurzform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22495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85AAEC6E-2FE3-43CD-B241-D9630196B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 + 2 spaltiger Text</a:t>
            </a:r>
            <a:endParaRPr lang="sr-Latn-CS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8DC7BD85-1F52-4EBC-B07C-1B8FEE60F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400" b="1" noProof="1"/>
              <a:t>Lorem ipsum dolor sit amet, consectetuer adipiscing elit. </a:t>
            </a:r>
          </a:p>
          <a:p>
            <a:pPr marL="179388" lvl="3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sit amet commodo magna eros quis urna.</a:t>
            </a:r>
          </a:p>
          <a:p>
            <a:pPr marL="179388" lvl="3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Maecenas porttitor congue massa. 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000" noProof="1"/>
              <a:t>Fusce posuere, magna sed pulvinar ultricies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000" noProof="1"/>
              <a:t>Purus lectus malesuada libero, sit amet commodo 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000" noProof="1"/>
              <a:t>Magna eros quis urna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038D3A-5E68-4CAD-9B94-17116215F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32</a:t>
            </a:fld>
            <a:endParaRPr lang="de-DE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48C84155-F8C6-4B29-A05B-5CD500B75DF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400" b="1" noProof="1"/>
              <a:t>Lorem ipsum dolor sit amet, consectetuer adipiscing elit. Maecenas porttitor congue massa. 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noProof="1"/>
              <a:t>Fusce posuere, magna sed pulvinar ultricies, purus lectus 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noProof="1"/>
              <a:t>Malesuada libero, sit amet commodo magna eros quis urna.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000" noProof="1"/>
              <a:t>Lorem ipsum dolor sit amet, consectetuer adipiscing elit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000" noProof="1"/>
              <a:t>Maecenas porttitor congue massa.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95A88C8-7A6F-44DC-AB39-78579D116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Referent_in ergänzen bitte | Folientitel in Kurzform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119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85AAEC6E-2FE3-43CD-B241-D9630196B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 + 3 spaltiger Text</a:t>
            </a:r>
            <a:endParaRPr lang="sr-Latn-CS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8DC7BD85-1F52-4EBC-B07C-1B8FEE60F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200" b="1" noProof="1"/>
              <a:t>Lorem ipsum dolor sit amet, consectetuer adipiscing elit. 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Fusce posuere, magna sed pulvinar ultricies, purus lectus malesuada libero, 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Lorem ipsum dolor sit amet, consectetuer adipiscing elit. Maecenas porttitor congue massa. </a:t>
            </a:r>
          </a:p>
          <a:p>
            <a:pPr marL="357188" lvl="4">
              <a:spcAft>
                <a:spcPts val="600"/>
              </a:spcAft>
            </a:pPr>
            <a:r>
              <a:rPr lang="de-DE" noProof="1"/>
              <a:t>Fusce posuere, magna sed pulvinar ultricies, purus lectus malesuada libero, sit amet commodo magna eros quis urna.</a:t>
            </a:r>
          </a:p>
          <a:p>
            <a:endParaRPr lang="sr-Latn-CS" sz="120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038D3A-5E68-4CAD-9B94-17116215F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33</a:t>
            </a:fld>
            <a:endParaRPr lang="de-DE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48C84155-F8C6-4B29-A05B-5CD500B75DF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200" b="1" noProof="1"/>
              <a:t>Lorem ipsum dolor sit amet, consectetuer adipiscing elit. 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Fusce posuere, magna sed pulvinar ultricies, purus lectus 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Malesuada libero, sit amet commodo magna eros quis urna.</a:t>
            </a:r>
          </a:p>
          <a:p>
            <a:pPr marL="357188" lvl="4">
              <a:spcAft>
                <a:spcPts val="600"/>
              </a:spcAft>
            </a:pPr>
            <a:r>
              <a:rPr lang="de-DE" noProof="1"/>
              <a:t>Lorem ipsum dolor sit amet, consectetuer adipiscing elit</a:t>
            </a:r>
          </a:p>
          <a:p>
            <a:pPr marL="357188" lvl="4">
              <a:spcAft>
                <a:spcPts val="600"/>
              </a:spcAft>
            </a:pPr>
            <a:r>
              <a:rPr lang="de-DE" noProof="1"/>
              <a:t>Maecenas porttitor congue massa. </a:t>
            </a:r>
          </a:p>
          <a:p>
            <a:endParaRPr lang="sr-Latn-CS" sz="1200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36697EC-D46B-4FC5-A393-7179A44E2BE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200" b="1" noProof="1"/>
              <a:t>Lorem ipsum dolor sit amet, consectetuer adipiscing elit. 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Fusce posuere, magna sed pulvinar ultricies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Purus lectus malesuada libero sit amet commodo </a:t>
            </a:r>
          </a:p>
          <a:p>
            <a:pPr marL="357188" lvl="4">
              <a:spcAft>
                <a:spcPts val="600"/>
              </a:spcAft>
            </a:pPr>
            <a:r>
              <a:rPr lang="de-DE" noProof="1"/>
              <a:t>Magna eros quis urna</a:t>
            </a:r>
          </a:p>
          <a:p>
            <a:pPr marL="357188" lvl="4">
              <a:spcAft>
                <a:spcPts val="600"/>
              </a:spcAft>
            </a:pPr>
            <a:r>
              <a:rPr lang="de-DE" noProof="1"/>
              <a:t>Lorem ipsum dolor sit amet</a:t>
            </a:r>
            <a:endParaRPr lang="sr-Latn-C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E942145-1C3B-459A-BFCD-AAE8E10CA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Referent_in ergänzen bitte | Folientitel in Kurzform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8448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B85521-BC6E-BF42-BE11-558EE63E1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1"/>
              <a:t>Titel + Text-Bild 1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B7F565D-A9E6-7E40-9684-ED53B16FD95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40000" y="997200"/>
            <a:ext cx="4661174" cy="3420000"/>
          </a:xfrm>
        </p:spPr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600" b="1" noProof="1"/>
              <a:t>Lorem ipsum dolor sit amet, consectetuer adipiscing elit. Maecenas porttitor congue massa. 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Maecenas porttitor congue massa. 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Fusce posuere, magna sed pulvinar ultricies, purus lectus malesuada libero, sit amet commodo magna eros quis urna. Fusce posuere, magna sed pulvinar ultricies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Purus lectus malesuada libero, sit amet commodo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Lorem ipsum dolor sit amet, consectetuer adipiscing elit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endParaRPr lang="de-DE" sz="12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BD2762-2F67-2A47-BF11-9CDE395C03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noProof="1" smtClean="0"/>
              <a:pPr/>
              <a:t>34</a:t>
            </a:fld>
            <a:endParaRPr lang="de-DE" noProof="1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910F82-9246-48D5-8335-500B74D24A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Referent_in ergänzen bitte | Folientitel in Kurzform</a:t>
            </a:r>
            <a:endParaRPr lang="de-DE" dirty="0"/>
          </a:p>
        </p:txBody>
      </p:sp>
      <p:pic>
        <p:nvPicPr>
          <p:cNvPr id="10" name="Bildplatzhalter 9" descr="Vier Personen lehnen gegen Fahrradständern und unterhalten sich. Gebäude C auf dem Campus Wilhelminenhof befindet sich im Hintergrund. 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89BEA435-5AE4-468E-94A8-B93B43981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70724" y="2195513"/>
            <a:ext cx="3673275" cy="2947987"/>
            <a:chOff x="5470725" y="2195513"/>
            <a:chExt cx="3671638" cy="2947987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02302F2E-8992-4521-B139-804ECA0642C9}"/>
                </a:ext>
              </a:extLst>
            </p:cNvPr>
            <p:cNvSpPr/>
            <p:nvPr/>
          </p:nvSpPr>
          <p:spPr>
            <a:xfrm>
              <a:off x="5470725" y="2195513"/>
              <a:ext cx="3671638" cy="2947987"/>
            </a:xfrm>
            <a:prstGeom prst="rect">
              <a:avLst/>
            </a:prstGeom>
            <a:gradFill>
              <a:gsLst>
                <a:gs pos="100000">
                  <a:schemeClr val="tx1">
                    <a:alpha val="78000"/>
                  </a:schemeClr>
                </a:gs>
                <a:gs pos="56000">
                  <a:schemeClr val="tx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1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31D0D732-C9BE-43AB-AC18-51279C97B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64500" y="4587241"/>
              <a:ext cx="720000" cy="2215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135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B85521-BC6E-BF42-BE11-558EE63E1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1"/>
              <a:t>Titel + Text-Bild 1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B7F565D-A9E6-7E40-9684-ED53B16FD95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40000" y="997200"/>
            <a:ext cx="4661174" cy="3420000"/>
          </a:xfrm>
        </p:spPr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600" b="1" noProof="1"/>
              <a:t>Lorem ipsum dolor sit amet, consectetuer adipiscing elit. Maecenas porttitor congue massa. 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Maecenas porttitor congue massa. 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sit amet commodo magna eros quis urna.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Fusce posuere, magna sed pulvinar ultricies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Purus lectus malesuada libero, sit amet commodo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Lorem ipsum dolor sit amet, consectetuer adipiscing elit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endParaRPr lang="de-DE" sz="14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BD2762-2F67-2A47-BF11-9CDE395C03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noProof="1" smtClean="0"/>
              <a:pPr/>
              <a:t>35</a:t>
            </a:fld>
            <a:endParaRPr lang="de-DE" noProof="1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803690C-7BDF-4F95-847D-5FADDC1948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Referent_in ergänzen bitte | Folientitel in Kurzform</a:t>
            </a:r>
            <a:endParaRPr lang="de-DE" dirty="0"/>
          </a:p>
        </p:txBody>
      </p:sp>
      <p:pic>
        <p:nvPicPr>
          <p:cNvPr id="11" name="Bildplatzhalter 10" descr="Zwei Personen sitzen in einer Bibliothek, eine Person liest in einem Buch und die andere arbeitet an einem Laptop.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89BEA435-5AE4-468E-94A8-B93B43981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70724" y="2195513"/>
            <a:ext cx="3673275" cy="2947987"/>
            <a:chOff x="5470725" y="2195513"/>
            <a:chExt cx="3671638" cy="2947987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02302F2E-8992-4521-B139-804ECA0642C9}"/>
                </a:ext>
              </a:extLst>
            </p:cNvPr>
            <p:cNvSpPr/>
            <p:nvPr/>
          </p:nvSpPr>
          <p:spPr>
            <a:xfrm>
              <a:off x="5470725" y="2195513"/>
              <a:ext cx="3671638" cy="2947987"/>
            </a:xfrm>
            <a:prstGeom prst="rect">
              <a:avLst/>
            </a:prstGeom>
            <a:gradFill>
              <a:gsLst>
                <a:gs pos="100000">
                  <a:schemeClr val="tx1">
                    <a:alpha val="78000"/>
                  </a:schemeClr>
                </a:gs>
                <a:gs pos="56000">
                  <a:schemeClr val="tx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1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31D0D732-C9BE-43AB-AC18-51279C97B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64500" y="4587241"/>
              <a:ext cx="720000" cy="2215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242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B85521-BC6E-BF42-BE11-558EE63E1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1"/>
              <a:t>Titel + Text-Bild 1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B7F565D-A9E6-7E40-9684-ED53B16FD95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40000" y="997200"/>
            <a:ext cx="4661174" cy="3420000"/>
          </a:xfrm>
        </p:spPr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600" b="1" noProof="1"/>
              <a:t>Lorem ipsum dolor sit amet, consectetuer adipiscing elit. Maecenas porttitor congue massa. 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Maecenas porttitor congue massa. 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sit amet commodo magna eros quis urna.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Fusce posuere, magna sed pulvinar ultricies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Purus lectus malesuada libero, sit amet commodo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Lorem ipsum dolor sit amet, consectetuer adipiscing elit</a:t>
            </a:r>
            <a:endParaRPr lang="de-DE" sz="14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BD2762-2F67-2A47-BF11-9CDE395C03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noProof="1" smtClean="0"/>
              <a:pPr/>
              <a:t>36</a:t>
            </a:fld>
            <a:endParaRPr lang="de-DE" noProof="1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D33510-4AF3-4C34-8E51-9D05AA1426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Referent_in ergänzen bitte | Folientitel in Kurzform</a:t>
            </a:r>
            <a:endParaRPr lang="de-DE" dirty="0"/>
          </a:p>
        </p:txBody>
      </p:sp>
      <p:pic>
        <p:nvPicPr>
          <p:cNvPr id="10" name="Bildplatzhalter 9" descr="Vier Personen sitzen an einem Tisch und besprechen sich. Eine Person hat einen Laptop vor sich. 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89BEA435-5AE4-468E-94A8-B93B43981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70724" y="2195513"/>
            <a:ext cx="3673275" cy="2947987"/>
            <a:chOff x="5470725" y="2195513"/>
            <a:chExt cx="3671638" cy="2947987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02302F2E-8992-4521-B139-804ECA0642C9}"/>
                </a:ext>
              </a:extLst>
            </p:cNvPr>
            <p:cNvSpPr/>
            <p:nvPr/>
          </p:nvSpPr>
          <p:spPr>
            <a:xfrm>
              <a:off x="5470725" y="2195513"/>
              <a:ext cx="3671638" cy="2947987"/>
            </a:xfrm>
            <a:prstGeom prst="rect">
              <a:avLst/>
            </a:prstGeom>
            <a:gradFill>
              <a:gsLst>
                <a:gs pos="100000">
                  <a:schemeClr val="tx1">
                    <a:alpha val="78000"/>
                  </a:schemeClr>
                </a:gs>
                <a:gs pos="56000">
                  <a:schemeClr val="tx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1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31D0D732-C9BE-43AB-AC18-51279C97B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64500" y="4587241"/>
              <a:ext cx="720000" cy="2215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412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54ABB2F2-3451-4A6D-B1EE-B628634C5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2313" y="305146"/>
            <a:ext cx="2982912" cy="436017"/>
          </a:xfrm>
        </p:spPr>
        <p:txBody>
          <a:bodyPr/>
          <a:lstStyle/>
          <a:p>
            <a:r>
              <a:rPr lang="de-DE" noProof="1"/>
              <a:t>Titel + Text-Bild 2 </a:t>
            </a:r>
            <a:endParaRPr lang="sr-Latn-CS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C0EF0F1D-C210-4BBA-BF8E-80EFB7BF1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400" b="1" noProof="1"/>
              <a:t>Lorem ipsum dolor sit amet, Maecenas porttitor massa 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Fusce posuere, magna sed pulvinar ultricies, purus 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noProof="1"/>
              <a:t>L</a:t>
            </a:r>
            <a:r>
              <a:rPr lang="de-DE" sz="1200" noProof="1"/>
              <a:t>ectus malesuada libero, sit amet commodo magna eros quis urna.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Lorem ipsum dolor sit amet, consectetuer adipiscing elit.</a:t>
            </a:r>
          </a:p>
          <a:p>
            <a:pPr marL="357188" lvl="4" indent="-177800">
              <a:spcAft>
                <a:spcPts val="600"/>
              </a:spcAft>
            </a:pPr>
            <a:r>
              <a:rPr lang="de-DE" noProof="1"/>
              <a:t>Maecenas porttitor congue massa. </a:t>
            </a:r>
          </a:p>
          <a:p>
            <a:pPr marL="357188" lvl="4" indent="-177800">
              <a:spcAft>
                <a:spcPts val="600"/>
              </a:spcAft>
            </a:pPr>
            <a:r>
              <a:rPr lang="de-DE" sz="1000" noProof="1"/>
              <a:t>Lorem ipsum dolor sit amet, consectetuer adipiscing elit.</a:t>
            </a:r>
          </a:p>
          <a:p>
            <a:pPr marL="357188" lvl="4" indent="-177800">
              <a:spcAft>
                <a:spcPts val="600"/>
              </a:spcAft>
            </a:pPr>
            <a:r>
              <a:rPr lang="de-DE" noProof="1"/>
              <a:t>Maecenas porttitor congue massa</a:t>
            </a:r>
          </a:p>
          <a:p>
            <a:endParaRPr lang="sr-Latn-C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8B266E-915A-4014-937A-F01E86C6B1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>
                <a:solidFill>
                  <a:schemeClr val="bg1"/>
                </a:solidFill>
              </a:rPr>
              <a:pPr/>
              <a:t>37</a:t>
            </a:fld>
            <a:endParaRPr lang="de-DE">
              <a:solidFill>
                <a:schemeClr val="bg1"/>
              </a:solidFill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D70DC5E-3AA4-462B-A8A0-98B2CA0665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Referent_in ergänzen bitte | Folientitel in Kurzform</a:t>
            </a:r>
            <a:endParaRPr lang="de-DE" dirty="0"/>
          </a:p>
        </p:txBody>
      </p:sp>
      <p:pic>
        <p:nvPicPr>
          <p:cNvPr id="3" name="Bildplatzhalter 2" descr="Studierende in einem Seminarraum. Im Vordergrund sitzt eine weiblich gelesene Person an einem Laptop. 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191D5E6A-C860-46DA-8A1C-C8FCA4206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" y="2195513"/>
            <a:ext cx="5470724" cy="2947987"/>
          </a:xfrm>
          <a:prstGeom prst="rect">
            <a:avLst/>
          </a:prstGeom>
          <a:gradFill>
            <a:gsLst>
              <a:gs pos="100000">
                <a:schemeClr val="tx1">
                  <a:alpha val="78000"/>
                </a:schemeClr>
              </a:gs>
              <a:gs pos="56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3633284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85AAEC6E-2FE3-43CD-B241-D9630196B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1"/>
              <a:t>Titel + 2 spaltiger Text</a:t>
            </a:r>
          </a:p>
        </p:txBody>
      </p:sp>
      <p:pic>
        <p:nvPicPr>
          <p:cNvPr id="15" name="Bildplatzhalter 14" descr="Eine weiblich gelesene Person, die vor einem Laptop sitzt und sich zurücklehnt, um sich mit einer anderen Person zu unterhalten. "/>
          <p:cNvPicPr>
            <a:picLocks noGrp="1" noChangeAspect="1"/>
          </p:cNvPicPr>
          <p:nvPr>
            <p:ph type="pic" sz="quarter" idx="15"/>
          </p:nvPr>
        </p:nvPicPr>
        <p:blipFill>
          <a:blip r:embed="rId2" cstate="print"/>
          <a:srcRect/>
          <a:stretch>
            <a:fillRect/>
          </a:stretch>
        </p:blipFill>
        <p:spPr/>
      </p:pic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8DC7BD85-1F52-4EBC-B07C-1B8FEE60F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400" b="1" noProof="1"/>
              <a:t>Lorem ipsum dolor sit amet, consectetuer adipiscing elit. 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Fusce posuere, magna sed pulvinar ultricies, purus lectus malesuada libero, sit amet commodo magna eros quis urna</a:t>
            </a:r>
            <a:r>
              <a:rPr lang="de-DE" sz="1000" noProof="1"/>
              <a:t>.</a:t>
            </a:r>
          </a:p>
          <a:p>
            <a:pPr marL="357188" lvl="4" indent="-177800">
              <a:spcAft>
                <a:spcPts val="600"/>
              </a:spcAft>
            </a:pPr>
            <a:r>
              <a:rPr lang="de-DE" noProof="1"/>
              <a:t>Lorem ipsum dolor sit amet, consectetuer adipiscing elit</a:t>
            </a:r>
          </a:p>
          <a:p>
            <a:pPr marL="357188" lvl="4" indent="-177800">
              <a:spcAft>
                <a:spcPts val="600"/>
              </a:spcAft>
            </a:pPr>
            <a:r>
              <a:rPr lang="de-DE" noProof="1"/>
              <a:t>Lorem ipsum dolor sit amet</a:t>
            </a:r>
          </a:p>
        </p:txBody>
      </p:sp>
      <p:pic>
        <p:nvPicPr>
          <p:cNvPr id="16" name="Bildplatzhalter 15" descr="Eine männlich gelesene Person steht neben einem Solarpanel und unterhält sich mit einer andern Person. "/>
          <p:cNvPicPr>
            <a:picLocks noGrp="1" noChangeAspect="1"/>
          </p:cNvPicPr>
          <p:nvPr>
            <p:ph type="pic" sz="quarter" idx="16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48C84155-F8C6-4B29-A05B-5CD500B75DF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400" b="1" noProof="1"/>
              <a:t>Lorem ipsum dolor sit amet, consectetuer adipiscing elit. Maecenas porttitor congue massa. 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Fusce posuere, magna sed pulvinar ultricies, purus lectus </a:t>
            </a:r>
          </a:p>
          <a:p>
            <a:pPr marL="357188" lvl="4" indent="-177800">
              <a:lnSpc>
                <a:spcPct val="100000"/>
              </a:lnSpc>
              <a:spcAft>
                <a:spcPts val="600"/>
              </a:spcAft>
            </a:pPr>
            <a:r>
              <a:rPr lang="de-DE" noProof="1"/>
              <a:t>Malesuada libero, sit amet commodo magna eros quis urna</a:t>
            </a:r>
          </a:p>
          <a:p>
            <a:pPr marL="357188" lvl="4" indent="-177800">
              <a:lnSpc>
                <a:spcPct val="100000"/>
              </a:lnSpc>
              <a:spcAft>
                <a:spcPts val="600"/>
              </a:spcAft>
            </a:pPr>
            <a:r>
              <a:rPr lang="de-DE" noProof="1"/>
              <a:t>Lorem ipsum dolor sit amet</a:t>
            </a:r>
          </a:p>
          <a:p>
            <a:pPr marL="357188" lvl="4" indent="-177800">
              <a:lnSpc>
                <a:spcPct val="100000"/>
              </a:lnSpc>
              <a:spcAft>
                <a:spcPts val="600"/>
              </a:spcAft>
            </a:pPr>
            <a:r>
              <a:rPr lang="de-DE" noProof="1"/>
              <a:t>Lorem ipsum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endParaRPr lang="de-DE" sz="1200" noProof="1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038D3A-5E68-4CAD-9B94-17116215F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5029-37DE-484F-BFE0-9B37AF2B26B8}" type="slidenum">
              <a:rPr lang="de-DE" noProof="1" smtClean="0"/>
              <a:pPr/>
              <a:t>38</a:t>
            </a:fld>
            <a:endParaRPr lang="de-DE" noProof="1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F271FF6-5633-4778-8B10-88919268D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Referent_in ergänzen bitte | Folientitel in Kurzform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4339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85AAEC6E-2FE3-43CD-B241-D9630196B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1"/>
              <a:t>Titel + 3spaltiger Text + Bilder</a:t>
            </a:r>
          </a:p>
        </p:txBody>
      </p:sp>
      <p:pic>
        <p:nvPicPr>
          <p:cNvPr id="30" name="Bildplatzhalter 29" descr="Gebäude D auf dem Campus Treskowallee mit Säulen im Eingangsbereich. Ein Baum auf einer Wiese steht im Vordergrund."/>
          <p:cNvPicPr>
            <a:picLocks noGrp="1" noChangeAspect="1"/>
          </p:cNvPicPr>
          <p:nvPr>
            <p:ph type="pic" sz="quarter" idx="15"/>
          </p:nvPr>
        </p:nvPicPr>
        <p:blipFill>
          <a:blip r:embed="rId2" cstate="print"/>
          <a:srcRect/>
          <a:stretch>
            <a:fillRect/>
          </a:stretch>
        </p:blipFill>
        <p:spPr/>
      </p:pic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8DC7BD85-1F52-4EBC-B07C-1B8FEE60F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200" b="1" noProof="1"/>
              <a:t>Lorem ipsum dolor sit amet, consectetuer adipiscing elit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Fusce posuere, magna sed pulvinar ultricies, purus lectus malesuada libero, sit amet commodo magna eros quis urna.</a:t>
            </a:r>
          </a:p>
          <a:p>
            <a:pPr marL="357188" lvl="4" indent="-177800">
              <a:spcAft>
                <a:spcPts val="600"/>
              </a:spcAft>
            </a:pPr>
            <a:r>
              <a:rPr lang="de-DE" sz="900" noProof="1"/>
              <a:t>Magna eros quis urna</a:t>
            </a:r>
          </a:p>
          <a:p>
            <a:pPr marL="357188" lvl="4" indent="-177800">
              <a:spcAft>
                <a:spcPts val="600"/>
              </a:spcAft>
            </a:pPr>
            <a:r>
              <a:rPr lang="de-DE" sz="900" noProof="1"/>
              <a:t>Lorem ipsum dolor sit amet</a:t>
            </a:r>
          </a:p>
        </p:txBody>
      </p:sp>
      <p:pic>
        <p:nvPicPr>
          <p:cNvPr id="29" name="Bildplatzhalter 28" descr="Turm auf dem Campus Wilhelminenhof, auf dem das Hochschullogo platziert ist, fotografiert durch einen Teil der Skulptur &quot;Leitung und Linie&quot;"/>
          <p:cNvPicPr>
            <a:picLocks noGrp="1" noChangeAspect="1"/>
          </p:cNvPicPr>
          <p:nvPr>
            <p:ph type="pic" sz="quarter" idx="16"/>
          </p:nvPr>
        </p:nvPicPr>
        <p:blipFill>
          <a:blip r:embed="rId3" cstate="print"/>
          <a:srcRect/>
          <a:stretch>
            <a:fillRect/>
          </a:stretch>
        </p:blipFill>
        <p:spPr/>
      </p:pic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48C84155-F8C6-4B29-A05B-5CD500B75DF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200" b="1" noProof="1"/>
              <a:t>Lorem ipsum dolor sit amet, consectetuer adipiscing elit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Fusce posuere, magna sed pulvinar ultricies, purus lectus </a:t>
            </a:r>
          </a:p>
          <a:p>
            <a:pPr marL="357188" lvl="4" indent="-177800">
              <a:spcAft>
                <a:spcPts val="600"/>
              </a:spcAft>
            </a:pPr>
            <a:r>
              <a:rPr lang="de-DE" noProof="1"/>
              <a:t>Malesuada libero, sit amet commodo magna eros quis urna.</a:t>
            </a:r>
          </a:p>
          <a:p>
            <a:pPr marL="357188" lvl="4" indent="-177800">
              <a:spcAft>
                <a:spcPts val="600"/>
              </a:spcAft>
            </a:pPr>
            <a:r>
              <a:rPr lang="de-DE" noProof="1"/>
              <a:t>Magna eros quis urna</a:t>
            </a:r>
          </a:p>
          <a:p>
            <a:pPr marL="357188" lvl="4" indent="-177800">
              <a:spcAft>
                <a:spcPts val="600"/>
              </a:spcAft>
            </a:pPr>
            <a:r>
              <a:rPr lang="de-DE" noProof="1"/>
              <a:t>Lorem ipsum dolor sit amet</a:t>
            </a:r>
          </a:p>
        </p:txBody>
      </p:sp>
      <p:pic>
        <p:nvPicPr>
          <p:cNvPr id="22" name="Bildplatzhalter 21" descr="Gebäude G und H auf dem Campus Wilhelminenhof, im Vordergrund die Skulptur &quot;Leitung und Linie&quot;&#10;"/>
          <p:cNvPicPr>
            <a:picLocks noGrp="1" noChangeAspect="1"/>
          </p:cNvPicPr>
          <p:nvPr>
            <p:ph type="pic" sz="quarter" idx="17"/>
          </p:nvPr>
        </p:nvPicPr>
        <p:blipFill>
          <a:blip r:embed="rId4" cstate="print"/>
          <a:srcRect/>
          <a:stretch>
            <a:fillRect/>
          </a:stretch>
        </p:blipFill>
        <p:spPr/>
      </p:pic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36697EC-D46B-4FC5-A393-7179A44E2BE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200" b="1" noProof="1"/>
              <a:t>Lorem ipsum dolor sit amet, consectetuer adipiscing elit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Fusce posuere, magna sed pulvinar ultricies</a:t>
            </a:r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Purus lectus malesuada libero sit amet commodo </a:t>
            </a:r>
          </a:p>
          <a:p>
            <a:pPr marL="357188" lvl="4" indent="-177800">
              <a:spcAft>
                <a:spcPts val="600"/>
              </a:spcAft>
            </a:pPr>
            <a:r>
              <a:rPr lang="de-DE" noProof="1"/>
              <a:t>Magna eros quis urna</a:t>
            </a:r>
          </a:p>
          <a:p>
            <a:pPr marL="357188" lvl="4" indent="-177800">
              <a:spcAft>
                <a:spcPts val="600"/>
              </a:spcAft>
            </a:pPr>
            <a:r>
              <a:rPr lang="de-DE" noProof="1"/>
              <a:t>Lorem ipsum dolor sit amet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038D3A-5E68-4CAD-9B94-17116215F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5029-37DE-484F-BFE0-9B37AF2B26B8}" type="slidenum">
              <a:rPr lang="de-DE" noProof="1" smtClean="0"/>
              <a:pPr/>
              <a:t>39</a:t>
            </a:fld>
            <a:endParaRPr lang="de-DE" noProof="1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388A15-CA59-4117-B16F-5FDC95729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Referent_in ergänzen bitte | Folientitel in Kurzform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439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D16D89-8455-1849-A678-11765646A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Titel + Foto oben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241C7BA3-4D1A-4A67-BCEF-BB0CBA05D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-1" y="1"/>
            <a:ext cx="9143999" cy="2574000"/>
          </a:xfrm>
          <a:prstGeom prst="rect">
            <a:avLst/>
          </a:prstGeom>
          <a:gradFill>
            <a:gsLst>
              <a:gs pos="100000">
                <a:schemeClr val="tx1">
                  <a:alpha val="78000"/>
                </a:schemeClr>
              </a:gs>
              <a:gs pos="56000">
                <a:schemeClr val="tx1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CS"/>
          </a:p>
        </p:txBody>
      </p:sp>
      <p:sp>
        <p:nvSpPr>
          <p:cNvPr id="18" name="Inhaltsplatzhalter 4">
            <a:extLst>
              <a:ext uri="{FF2B5EF4-FFF2-40B4-BE49-F238E27FC236}">
                <a16:creationId xmlns:a16="http://schemas.microsoft.com/office/drawing/2014/main" id="{B5F052A0-EBC8-C643-963D-4099020EA5AA}"/>
              </a:ext>
            </a:extLst>
          </p:cNvPr>
          <p:cNvSpPr txBox="1">
            <a:spLocks/>
          </p:cNvSpPr>
          <p:nvPr/>
        </p:nvSpPr>
        <p:spPr>
          <a:xfrm>
            <a:off x="522166" y="2919120"/>
            <a:ext cx="1602768" cy="153890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00000"/>
              </a:lnSpc>
            </a:pPr>
            <a:r>
              <a:rPr lang="de-DE" sz="2000" b="1" dirty="0">
                <a:solidFill>
                  <a:schemeClr val="accent1"/>
                </a:solidFill>
                <a:latin typeface="HTWBerlin Office" panose="02000000000000000000" pitchFamily="2" charset="0"/>
              </a:rPr>
              <a:t>1991</a:t>
            </a:r>
          </a:p>
          <a:p>
            <a:pPr lvl="2">
              <a:lnSpc>
                <a:spcPct val="90000"/>
              </a:lnSpc>
            </a:pPr>
            <a:r>
              <a:rPr lang="de-DE" sz="1200" dirty="0">
                <a:latin typeface="HTWBerlin Office" panose="02000000000000000000" pitchFamily="2" charset="0"/>
              </a:rPr>
              <a:t>FHTW </a:t>
            </a:r>
            <a:br>
              <a:rPr lang="de-DE" sz="1200" dirty="0">
                <a:latin typeface="HTWBerlin Office" panose="02000000000000000000" pitchFamily="2" charset="0"/>
              </a:rPr>
            </a:br>
            <a:r>
              <a:rPr lang="de-DE" sz="1200" dirty="0">
                <a:latin typeface="HTWBerlin Office" panose="02000000000000000000" pitchFamily="2" charset="0"/>
              </a:rPr>
              <a:t>in Gründung</a:t>
            </a:r>
            <a:endParaRPr lang="de-DE" sz="1400" dirty="0">
              <a:latin typeface="HTWBerlin Office" panose="02000000000000000000" pitchFamily="2" charset="0"/>
            </a:endParaRPr>
          </a:p>
        </p:txBody>
      </p:sp>
      <p:sp>
        <p:nvSpPr>
          <p:cNvPr id="17" name="Inhaltsplatzhalter 4">
            <a:extLst>
              <a:ext uri="{FF2B5EF4-FFF2-40B4-BE49-F238E27FC236}">
                <a16:creationId xmlns:a16="http://schemas.microsoft.com/office/drawing/2014/main" id="{9A9A685E-C1D3-F149-8F0F-0A53F6CB99B6}"/>
              </a:ext>
            </a:extLst>
          </p:cNvPr>
          <p:cNvSpPr txBox="1">
            <a:spLocks/>
          </p:cNvSpPr>
          <p:nvPr/>
        </p:nvSpPr>
        <p:spPr>
          <a:xfrm>
            <a:off x="2207083" y="2919120"/>
            <a:ext cx="1602768" cy="153890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00000"/>
              </a:lnSpc>
            </a:pPr>
            <a:r>
              <a:rPr lang="de-DE" sz="2000" b="1" dirty="0">
                <a:solidFill>
                  <a:schemeClr val="accent1"/>
                </a:solidFill>
                <a:latin typeface="HTWBerlin Office" panose="02000000000000000000" pitchFamily="2" charset="0"/>
              </a:rPr>
              <a:t>1994</a:t>
            </a:r>
          </a:p>
          <a:p>
            <a:pPr lvl="2">
              <a:lnSpc>
                <a:spcPct val="90000"/>
              </a:lnSpc>
            </a:pPr>
            <a:r>
              <a:rPr lang="de-DE" sz="1200" dirty="0">
                <a:latin typeface="HTWBerlin Office" panose="02000000000000000000" pitchFamily="2" charset="0"/>
              </a:rPr>
              <a:t>Errichtung der FHTW Berlin </a:t>
            </a:r>
            <a:br>
              <a:rPr lang="de-DE" sz="1200" dirty="0">
                <a:latin typeface="HTWBerlin Office" panose="02000000000000000000" pitchFamily="2" charset="0"/>
              </a:rPr>
            </a:br>
            <a:r>
              <a:rPr lang="de-DE" sz="1200" dirty="0">
                <a:latin typeface="HTWBerlin Office" panose="02000000000000000000" pitchFamily="2" charset="0"/>
              </a:rPr>
              <a:t>als rechtlich selbstständige Hochschule</a:t>
            </a:r>
            <a:endParaRPr lang="de-DE" sz="1400" dirty="0">
              <a:latin typeface="HTWBerlin Office" panose="02000000000000000000" pitchFamily="2" charset="0"/>
            </a:endParaRPr>
          </a:p>
        </p:txBody>
      </p:sp>
      <p:sp>
        <p:nvSpPr>
          <p:cNvPr id="20" name="Inhaltsplatzhalter 4">
            <a:extLst>
              <a:ext uri="{FF2B5EF4-FFF2-40B4-BE49-F238E27FC236}">
                <a16:creationId xmlns:a16="http://schemas.microsoft.com/office/drawing/2014/main" id="{EA998EC4-1F81-544F-A9ED-E26E09CBDE22}"/>
              </a:ext>
            </a:extLst>
          </p:cNvPr>
          <p:cNvSpPr txBox="1">
            <a:spLocks/>
          </p:cNvSpPr>
          <p:nvPr/>
        </p:nvSpPr>
        <p:spPr>
          <a:xfrm>
            <a:off x="3881113" y="2919121"/>
            <a:ext cx="1602768" cy="153890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00000"/>
              </a:lnSpc>
            </a:pPr>
            <a:r>
              <a:rPr lang="de-DE" sz="2000" b="1" dirty="0">
                <a:solidFill>
                  <a:schemeClr val="accent1"/>
                </a:solidFill>
                <a:latin typeface="HTWBerlin Office" panose="02000000000000000000" pitchFamily="2" charset="0"/>
              </a:rPr>
              <a:t>2006</a:t>
            </a:r>
          </a:p>
          <a:p>
            <a:pPr lvl="2">
              <a:lnSpc>
                <a:spcPct val="90000"/>
              </a:lnSpc>
            </a:pPr>
            <a:r>
              <a:rPr lang="de-DE" sz="1200" dirty="0">
                <a:latin typeface="HTWBerlin Office" panose="02000000000000000000" pitchFamily="2" charset="0"/>
              </a:rPr>
              <a:t>Bezug der ersten Gebäude auf dem Campus Wilhelminenhof in Oberschöneweide</a:t>
            </a:r>
          </a:p>
        </p:txBody>
      </p:sp>
      <p:sp>
        <p:nvSpPr>
          <p:cNvPr id="21" name="Inhaltsplatzhalter 4">
            <a:extLst>
              <a:ext uri="{FF2B5EF4-FFF2-40B4-BE49-F238E27FC236}">
                <a16:creationId xmlns:a16="http://schemas.microsoft.com/office/drawing/2014/main" id="{1D68897E-5609-FB42-899A-4DA62C8BBFEE}"/>
              </a:ext>
            </a:extLst>
          </p:cNvPr>
          <p:cNvSpPr txBox="1">
            <a:spLocks/>
          </p:cNvSpPr>
          <p:nvPr/>
        </p:nvSpPr>
        <p:spPr>
          <a:xfrm>
            <a:off x="5551516" y="2919120"/>
            <a:ext cx="1602768" cy="153890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00000"/>
              </a:lnSpc>
            </a:pPr>
            <a:r>
              <a:rPr lang="de-DE" sz="2000" b="1" dirty="0">
                <a:solidFill>
                  <a:schemeClr val="accent1"/>
                </a:solidFill>
                <a:latin typeface="HTWBerlin Office" panose="02000000000000000000" pitchFamily="2" charset="0"/>
              </a:rPr>
              <a:t>2009</a:t>
            </a:r>
          </a:p>
          <a:p>
            <a:pPr lvl="2">
              <a:lnSpc>
                <a:spcPct val="90000"/>
              </a:lnSpc>
            </a:pPr>
            <a:r>
              <a:rPr lang="de-DE" sz="1200" dirty="0">
                <a:latin typeface="HTWBerlin Office" panose="02000000000000000000" pitchFamily="2" charset="0"/>
              </a:rPr>
              <a:t>Umbenennung </a:t>
            </a:r>
            <a:br>
              <a:rPr lang="de-DE" sz="1200" dirty="0">
                <a:latin typeface="HTWBerlin Office" panose="02000000000000000000" pitchFamily="2" charset="0"/>
              </a:rPr>
            </a:br>
            <a:r>
              <a:rPr lang="de-DE" sz="1200" dirty="0">
                <a:latin typeface="HTWBerlin Office" panose="02000000000000000000" pitchFamily="2" charset="0"/>
              </a:rPr>
              <a:t>in HTW Berlin und offizielle Eröffnung </a:t>
            </a:r>
            <a:br>
              <a:rPr lang="de-DE" sz="1200" dirty="0">
                <a:latin typeface="HTWBerlin Office" panose="02000000000000000000" pitchFamily="2" charset="0"/>
              </a:rPr>
            </a:br>
            <a:r>
              <a:rPr lang="de-DE" sz="1200" dirty="0">
                <a:latin typeface="HTWBerlin Office" panose="02000000000000000000" pitchFamily="2" charset="0"/>
              </a:rPr>
              <a:t>des Campus Wilhelminenhof</a:t>
            </a:r>
          </a:p>
        </p:txBody>
      </p:sp>
      <p:sp>
        <p:nvSpPr>
          <p:cNvPr id="22" name="Inhaltsplatzhalter 4">
            <a:extLst>
              <a:ext uri="{FF2B5EF4-FFF2-40B4-BE49-F238E27FC236}">
                <a16:creationId xmlns:a16="http://schemas.microsoft.com/office/drawing/2014/main" id="{86C8772D-2EFC-604E-BE26-E3E97B363596}"/>
              </a:ext>
            </a:extLst>
          </p:cNvPr>
          <p:cNvSpPr txBox="1">
            <a:spLocks/>
          </p:cNvSpPr>
          <p:nvPr/>
        </p:nvSpPr>
        <p:spPr>
          <a:xfrm>
            <a:off x="7225546" y="2919120"/>
            <a:ext cx="1602768" cy="153890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1pPr>
            <a:lvl2pPr marL="136525" indent="-136525" algn="l" defTabSz="685800" rtl="0" eaLnBrk="1" latinLnBrk="0" hangingPunct="1">
              <a:lnSpc>
                <a:spcPts val="25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2pPr>
            <a:lvl3pPr marL="4763" indent="0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3pPr>
            <a:lvl4pPr marL="136525" indent="-136525" algn="l" defTabSz="6858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55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HTWBerlin" panose="02000000000000000000" pitchFamily="2" charset="77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00000"/>
              </a:lnSpc>
            </a:pPr>
            <a:r>
              <a:rPr lang="de-DE" sz="2000" b="1" dirty="0">
                <a:solidFill>
                  <a:schemeClr val="accent1"/>
                </a:solidFill>
                <a:latin typeface="HTWBerlin Office" panose="02000000000000000000" pitchFamily="2" charset="0"/>
              </a:rPr>
              <a:t>2019</a:t>
            </a:r>
          </a:p>
          <a:p>
            <a:pPr lvl="2">
              <a:lnSpc>
                <a:spcPct val="90000"/>
              </a:lnSpc>
            </a:pPr>
            <a:r>
              <a:rPr lang="de-DE" sz="1200" dirty="0">
                <a:latin typeface="HTWBerlin Office" panose="02000000000000000000" pitchFamily="2" charset="0"/>
              </a:rPr>
              <a:t>25-jähriges </a:t>
            </a:r>
            <a:br>
              <a:rPr lang="de-DE" sz="1200" dirty="0">
                <a:latin typeface="HTWBerlin Office" panose="02000000000000000000" pitchFamily="2" charset="0"/>
              </a:rPr>
            </a:br>
            <a:r>
              <a:rPr lang="de-DE" sz="1200" dirty="0">
                <a:latin typeface="HTWBerlin Office" panose="02000000000000000000" pitchFamily="2" charset="0"/>
              </a:rPr>
              <a:t>Bestehen </a:t>
            </a:r>
            <a:br>
              <a:rPr lang="de-DE" sz="1200" dirty="0">
                <a:latin typeface="HTWBerlin Office" panose="02000000000000000000" pitchFamily="2" charset="0"/>
              </a:rPr>
            </a:br>
            <a:r>
              <a:rPr lang="de-DE" sz="1200" dirty="0">
                <a:latin typeface="HTWBerlin Office" panose="02000000000000000000" pitchFamily="2" charset="0"/>
              </a:rPr>
              <a:t>als rechtlich selbstständige Hochschule</a:t>
            </a:r>
          </a:p>
        </p:txBody>
      </p:sp>
      <p:grpSp>
        <p:nvGrpSpPr>
          <p:cNvPr id="3" name="Gruppieren 2" descr="Darstellung einer Timeline mit fünf Punkten.&#10;">
            <a:extLst>
              <a:ext uri="{FF2B5EF4-FFF2-40B4-BE49-F238E27FC236}">
                <a16:creationId xmlns:a16="http://schemas.microsoft.com/office/drawing/2014/main" id="{4130CB6A-609D-4FE1-B0CB-1C4E6F989670}"/>
              </a:ext>
            </a:extLst>
          </p:cNvPr>
          <p:cNvGrpSpPr/>
          <p:nvPr/>
        </p:nvGrpSpPr>
        <p:grpSpPr>
          <a:xfrm>
            <a:off x="0" y="2678517"/>
            <a:ext cx="9144000" cy="109907"/>
            <a:chOff x="0" y="2678517"/>
            <a:chExt cx="9144000" cy="109907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FD5EC1F9-A59A-42D5-B9F5-8B770DB6AA2F}"/>
                </a:ext>
              </a:extLst>
            </p:cNvPr>
            <p:cNvSpPr/>
            <p:nvPr/>
          </p:nvSpPr>
          <p:spPr>
            <a:xfrm>
              <a:off x="557334" y="2678517"/>
              <a:ext cx="109903" cy="1099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Latn-CS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5635D529-DC04-4D85-8F98-2AECD88EDE03}"/>
                </a:ext>
              </a:extLst>
            </p:cNvPr>
            <p:cNvSpPr/>
            <p:nvPr/>
          </p:nvSpPr>
          <p:spPr>
            <a:xfrm>
              <a:off x="2226477" y="2678517"/>
              <a:ext cx="109903" cy="1099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Latn-CS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0717B5A1-7C54-459B-81EF-54D6B6B7A201}"/>
                </a:ext>
              </a:extLst>
            </p:cNvPr>
            <p:cNvSpPr/>
            <p:nvPr/>
          </p:nvSpPr>
          <p:spPr>
            <a:xfrm>
              <a:off x="3895620" y="2678517"/>
              <a:ext cx="109903" cy="1099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Latn-CS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9F67DA4A-2304-4614-B33E-5F192BA9F99A}"/>
                </a:ext>
              </a:extLst>
            </p:cNvPr>
            <p:cNvSpPr/>
            <p:nvPr/>
          </p:nvSpPr>
          <p:spPr>
            <a:xfrm>
              <a:off x="5564763" y="2678517"/>
              <a:ext cx="109903" cy="1099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Latn-CS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5F966666-0529-47E2-B5E6-0B8C93272847}"/>
                </a:ext>
              </a:extLst>
            </p:cNvPr>
            <p:cNvSpPr/>
            <p:nvPr/>
          </p:nvSpPr>
          <p:spPr>
            <a:xfrm>
              <a:off x="7233906" y="2678517"/>
              <a:ext cx="109903" cy="1099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Latn-CS"/>
            </a:p>
          </p:txBody>
        </p: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C4DCA96A-5648-4A0F-8A84-EBC617DD9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788424"/>
              <a:ext cx="9144000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DBF927-B1CD-EA44-9B7E-EACBE2209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40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43AAC5-9F9A-4273-B29E-8386A001B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Referent_in ergänzen bitte | Folientitel in Kurzform</a:t>
            </a:r>
            <a:endParaRPr lang="de-DE" dirty="0"/>
          </a:p>
        </p:txBody>
      </p:sp>
      <p:pic>
        <p:nvPicPr>
          <p:cNvPr id="11" name="Bildplatzhalter 10" descr="Drohnenaufnahme vom Campus Wilhelminenhof mit Gebäude G und H auf der rechten Seite und der Spree auf der linken Seite">
            <a:extLst>
              <a:ext uri="{FF2B5EF4-FFF2-40B4-BE49-F238E27FC236}">
                <a16:creationId xmlns:a16="http://schemas.microsoft.com/office/drawing/2014/main" id="{1768ADF4-9A9C-4C4F-A44E-D521D8767B6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981847308"/>
      </p:ext>
    </p:extLst>
  </p:cSld>
  <p:clrMapOvr>
    <a:masterClrMapping/>
  </p:clrMapOvr>
  <p:transition spd="slow">
    <p:push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DAEDD527-B69D-4EDA-854C-3BC363A1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CS" dirty="0"/>
              <a:t>Titel + Foto quer groß</a:t>
            </a:r>
          </a:p>
        </p:txBody>
      </p:sp>
      <p:pic>
        <p:nvPicPr>
          <p:cNvPr id="4" name="Bildplatzhalter 3" descr="Vier Personen sitzen auf einer Treppe. Eine der Personen zeigt den anderen etwas auf einem Laptop."/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1876D0-2E2D-4BC0-B1E8-90B7D0D6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5029-37DE-484F-BFE0-9B37AF2B26B8}" type="slidenum">
              <a:rPr lang="de-DE" smtClean="0">
                <a:solidFill>
                  <a:schemeClr val="bg1"/>
                </a:solidFill>
              </a:rPr>
              <a:pPr/>
              <a:t>41</a:t>
            </a:fld>
            <a:endParaRPr lang="de-DE" dirty="0">
              <a:solidFill>
                <a:schemeClr val="bg1"/>
              </a:solidFill>
            </a:endParaRP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743D34E-003A-476C-9E13-7E2675141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70724" y="2195513"/>
            <a:ext cx="3673275" cy="2947987"/>
            <a:chOff x="5470725" y="2195513"/>
            <a:chExt cx="3671638" cy="2947987"/>
          </a:xfrm>
        </p:grpSpPr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992DD681-B850-43E9-9563-743E9B401285}"/>
                </a:ext>
              </a:extLst>
            </p:cNvPr>
            <p:cNvSpPr/>
            <p:nvPr/>
          </p:nvSpPr>
          <p:spPr>
            <a:xfrm>
              <a:off x="5470725" y="2195513"/>
              <a:ext cx="3671638" cy="2947987"/>
            </a:xfrm>
            <a:prstGeom prst="rect">
              <a:avLst/>
            </a:prstGeom>
            <a:gradFill>
              <a:gsLst>
                <a:gs pos="100000">
                  <a:schemeClr val="tx1">
                    <a:alpha val="78000"/>
                  </a:schemeClr>
                </a:gs>
                <a:gs pos="56000">
                  <a:schemeClr val="tx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1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12413C2B-AB2C-4D4E-9AB7-3C032B74E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64500" y="4587241"/>
              <a:ext cx="720000" cy="2215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522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DAEDD527-B69D-4EDA-854C-3BC363A1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CS" dirty="0"/>
              <a:t>Titel + 2 Fotos</a:t>
            </a:r>
          </a:p>
        </p:txBody>
      </p:sp>
      <p:pic>
        <p:nvPicPr>
          <p:cNvPr id="11" name="Bildplatzhalter 10" descr="Vier Personen sitzen im Freien auf dem Campus Treskowallee auf Stühlen und unterhalten sich."/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8" name="Bildplatzhalter 7" descr="Zwei Personen unterhalten sich in einem Strandkorb auf dem Campus Wilhelminenhof."/>
          <p:cNvPicPr>
            <a:picLocks noGrp="1" noChangeAspect="1"/>
          </p:cNvPicPr>
          <p:nvPr>
            <p:ph type="pic" sz="quarter" idx="1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1876D0-2E2D-4BC0-B1E8-90B7D0D6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5029-37DE-484F-BFE0-9B37AF2B26B8}" type="slidenum">
              <a:rPr lang="de-DE" smtClean="0">
                <a:solidFill>
                  <a:schemeClr val="bg1"/>
                </a:solidFill>
              </a:rPr>
              <a:pPr/>
              <a:t>42</a:t>
            </a:fld>
            <a:endParaRPr lang="de-DE" dirty="0">
              <a:solidFill>
                <a:schemeClr val="bg1"/>
              </a:solidFill>
            </a:endParaRP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743D34E-003A-476C-9E13-7E2675141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70724" y="2195513"/>
            <a:ext cx="3673275" cy="2947987"/>
            <a:chOff x="5470725" y="2195513"/>
            <a:chExt cx="3671638" cy="2947987"/>
          </a:xfrm>
        </p:grpSpPr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992DD681-B850-43E9-9563-743E9B401285}"/>
                </a:ext>
              </a:extLst>
            </p:cNvPr>
            <p:cNvSpPr/>
            <p:nvPr/>
          </p:nvSpPr>
          <p:spPr>
            <a:xfrm>
              <a:off x="5470725" y="2195513"/>
              <a:ext cx="3671638" cy="2947987"/>
            </a:xfrm>
            <a:prstGeom prst="rect">
              <a:avLst/>
            </a:prstGeom>
            <a:gradFill>
              <a:gsLst>
                <a:gs pos="100000">
                  <a:schemeClr val="tx1">
                    <a:alpha val="78000"/>
                  </a:schemeClr>
                </a:gs>
                <a:gs pos="56000">
                  <a:schemeClr val="tx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1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12413C2B-AB2C-4D4E-9AB7-3C032B74E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64500" y="4587241"/>
              <a:ext cx="720000" cy="2215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42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DCF10D6-05E4-42C6-8D9A-B750756BE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Diagramme</a:t>
            </a:r>
            <a:endParaRPr lang="sr-Latn-CS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B7959BE-02DE-4814-9924-43C72F773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400" b="1" noProof="1"/>
              <a:t>Lorem ipsum dolor sit amet, </a:t>
            </a:r>
            <a:br>
              <a:rPr lang="de-DE" sz="1400" b="1" noProof="1"/>
            </a:br>
            <a:r>
              <a:rPr lang="de-DE" sz="1400" b="1" noProof="1"/>
              <a:t>consectetuer adipiscing elit.</a:t>
            </a:r>
          </a:p>
          <a:p>
            <a:pPr marL="179388" lvl="3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sit amet commodo magna eros quis urna.</a:t>
            </a:r>
          </a:p>
          <a:p>
            <a:pPr marL="179388" lvl="3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Maecenas porttitor congue massa. 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Fusce posuere, magna sed pulvinar ultricies, </a:t>
            </a:r>
            <a:br>
              <a:rPr lang="de-DE" sz="1200" noProof="1"/>
            </a:br>
            <a:r>
              <a:rPr lang="de-DE" sz="1200" noProof="1"/>
              <a:t>purus lectus malesuada libero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Sit amet commodo magna eros quis urna</a:t>
            </a:r>
          </a:p>
          <a:p>
            <a:endParaRPr lang="sr-Latn-C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7B0F7D-F96D-4B80-B6CC-939CE6CE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43</a:t>
            </a:fld>
            <a:endParaRPr lang="de-DE"/>
          </a:p>
        </p:txBody>
      </p:sp>
      <p:graphicFrame>
        <p:nvGraphicFramePr>
          <p:cNvPr id="9" name="_color1">
            <a:extLst>
              <a:ext uri="{FF2B5EF4-FFF2-40B4-BE49-F238E27FC236}">
                <a16:creationId xmlns:a16="http://schemas.microsoft.com/office/drawing/2014/main" id="{BABE652E-3D78-46B1-B7EF-909372AAB35D}"/>
              </a:ext>
            </a:extLst>
          </p:cNvPr>
          <p:cNvGraphicFramePr>
            <a:graphicFrameLocks noGrp="1" noChangeAspect="1"/>
          </p:cNvGraphicFramePr>
          <p:nvPr>
            <p:ph idx="13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78888014"/>
              </p:ext>
            </p:extLst>
          </p:nvPr>
        </p:nvGraphicFramePr>
        <p:xfrm>
          <a:off x="4392613" y="950157"/>
          <a:ext cx="3671887" cy="2721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81CA27E-3AE9-4E0E-A69C-A587ADB3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Referent_in ergänzen bitte | Folientitel in Kurzform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8357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DCF10D6-05E4-42C6-8D9A-B750756BE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Diagramme</a:t>
            </a:r>
            <a:endParaRPr lang="sr-Latn-CS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B7959BE-02DE-4814-9924-43C72F773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400" b="1" noProof="1"/>
              <a:t>Lorem ipsum dolor sit amet, </a:t>
            </a:r>
            <a:br>
              <a:rPr lang="de-DE" sz="1400" b="1" noProof="1"/>
            </a:br>
            <a:r>
              <a:rPr lang="de-DE" sz="1400" b="1" noProof="1"/>
              <a:t>consectetuer adipiscing elit.</a:t>
            </a:r>
          </a:p>
          <a:p>
            <a:pPr marL="179388" lvl="3"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sit amet commodo magna eros quis urna.</a:t>
            </a:r>
          </a:p>
          <a:p>
            <a:pPr marL="179388" lvl="3">
              <a:spcAft>
                <a:spcPts val="600"/>
              </a:spcAft>
            </a:pPr>
            <a:r>
              <a:rPr lang="de-DE" sz="1400" noProof="1"/>
              <a:t>Lorem ipsum dolor sit amet, consectetuer adipiscing elit. Maecenas porttitor congue massa. 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Fusce posuere, magna sed pulvinar ultricies, </a:t>
            </a:r>
            <a:br>
              <a:rPr lang="de-DE" sz="1200" noProof="1"/>
            </a:br>
            <a:r>
              <a:rPr lang="de-DE" sz="1200" noProof="1"/>
              <a:t>purus lectus malesuada libero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Sit amet commodo magna eros quis urna</a:t>
            </a:r>
          </a:p>
          <a:p>
            <a:endParaRPr lang="sr-Latn-C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7B0F7D-F96D-4B80-B6CC-939CE6CE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44</a:t>
            </a:fld>
            <a:endParaRPr lang="de-DE"/>
          </a:p>
        </p:txBody>
      </p:sp>
      <p:graphicFrame>
        <p:nvGraphicFramePr>
          <p:cNvPr id="11" name="Inhaltsplatzhalter 10">
            <a:extLst>
              <a:ext uri="{FF2B5EF4-FFF2-40B4-BE49-F238E27FC236}">
                <a16:creationId xmlns:a16="http://schemas.microsoft.com/office/drawing/2014/main" id="{4E71AD1A-C427-44EB-AFEA-81C346A7F2E5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149111913"/>
              </p:ext>
            </p:extLst>
          </p:nvPr>
        </p:nvGraphicFramePr>
        <p:xfrm>
          <a:off x="4392613" y="998538"/>
          <a:ext cx="3671887" cy="3419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392E9DB-C29D-47EC-BE2C-DBFC9BC32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Referent_in ergänzen bitte | Folientitel in Kurzform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9968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DCF10D6-05E4-42C6-8D9A-B750756BE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Diagramme</a:t>
            </a:r>
            <a:endParaRPr lang="sr-Latn-CS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B7959BE-02DE-4814-9924-43C72F773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3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de-DE" sz="1400" b="1" noProof="1"/>
              <a:t>Lorem ipsum dolor sit amet, </a:t>
            </a:r>
            <a:br>
              <a:rPr lang="de-DE" sz="1400" b="1" noProof="1"/>
            </a:br>
            <a:r>
              <a:rPr lang="de-DE" sz="1400" b="1" noProof="1"/>
              <a:t>consectetuer adipiscing elit.</a:t>
            </a:r>
          </a:p>
          <a:p>
            <a:pPr marL="179388" lvl="3"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sit amet commodo magna eros quis urna.</a:t>
            </a:r>
          </a:p>
          <a:p>
            <a:pPr marL="179388" lvl="3">
              <a:spcAft>
                <a:spcPts val="600"/>
              </a:spcAft>
            </a:pPr>
            <a:r>
              <a:rPr lang="de-DE" sz="1400" noProof="1"/>
              <a:t>Lorem ipsum dolor sit amet, consectetuer adipiscing elit. Maecenas porttitor congue massa. 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Fusce posuere, magna sed pulvinar ultricies, </a:t>
            </a:r>
            <a:br>
              <a:rPr lang="de-DE" sz="1200" noProof="1"/>
            </a:br>
            <a:r>
              <a:rPr lang="de-DE" sz="1200" noProof="1"/>
              <a:t>purus lectus malesuada libero</a:t>
            </a:r>
          </a:p>
          <a:p>
            <a:pPr marL="357188" lvl="4">
              <a:lnSpc>
                <a:spcPct val="100000"/>
              </a:lnSpc>
              <a:spcAft>
                <a:spcPts val="600"/>
              </a:spcAft>
            </a:pPr>
            <a:r>
              <a:rPr lang="de-DE" sz="1200" noProof="1"/>
              <a:t>Sit amet commodo magna eros quis urna</a:t>
            </a:r>
          </a:p>
          <a:p>
            <a:endParaRPr lang="sr-Latn-C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7B0F7D-F96D-4B80-B6CC-939CE6CE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45</a:t>
            </a:fld>
            <a:endParaRPr lang="de-DE"/>
          </a:p>
        </p:txBody>
      </p:sp>
      <p:graphicFrame>
        <p:nvGraphicFramePr>
          <p:cNvPr id="10" name="Inhaltsplatzhalter 9">
            <a:extLst>
              <a:ext uri="{FF2B5EF4-FFF2-40B4-BE49-F238E27FC236}">
                <a16:creationId xmlns:a16="http://schemas.microsoft.com/office/drawing/2014/main" id="{3B963C3F-6413-4DA7-BC59-62ADC72B10E0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3931352045"/>
              </p:ext>
            </p:extLst>
          </p:nvPr>
        </p:nvGraphicFramePr>
        <p:xfrm>
          <a:off x="4392613" y="998538"/>
          <a:ext cx="3671887" cy="3419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feld 12">
            <a:extLst>
              <a:ext uri="{FF2B5EF4-FFF2-40B4-BE49-F238E27FC236}">
                <a16:creationId xmlns:a16="http://schemas.microsoft.com/office/drawing/2014/main" id="{7A3DDB85-4FD9-4D33-B9F1-174CDA1DD119}"/>
              </a:ext>
            </a:extLst>
          </p:cNvPr>
          <p:cNvSpPr txBox="1"/>
          <p:nvPr/>
        </p:nvSpPr>
        <p:spPr>
          <a:xfrm>
            <a:off x="5537918" y="2227124"/>
            <a:ext cx="1390952" cy="56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5000"/>
              </a:lnSpc>
            </a:pPr>
            <a:r>
              <a:rPr lang="de-DE" sz="1800" b="1" noProof="1">
                <a:solidFill>
                  <a:schemeClr val="accent2"/>
                </a:solidFill>
              </a:rPr>
              <a:t>Lorem ipsum dolor </a:t>
            </a:r>
            <a:endParaRPr lang="sr-Latn-CS" dirty="0">
              <a:solidFill>
                <a:schemeClr val="accent2"/>
              </a:solidFill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13A3B5A-63E7-469A-969D-325CFDF5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Referent_in ergänzen bitte | Folientitel in Kurzform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5203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DCF10D6-05E4-42C6-8D9A-B750756BE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Diagramme</a:t>
            </a:r>
            <a:endParaRPr lang="sr-Latn-CS" dirty="0"/>
          </a:p>
        </p:txBody>
      </p:sp>
      <p:graphicFrame>
        <p:nvGraphicFramePr>
          <p:cNvPr id="14" name="Inhaltsplatzhalter 13">
            <a:extLst>
              <a:ext uri="{FF2B5EF4-FFF2-40B4-BE49-F238E27FC236}">
                <a16:creationId xmlns:a16="http://schemas.microsoft.com/office/drawing/2014/main" id="{915394FD-DFDB-48E5-85E7-248FD1CF15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5108532"/>
              </p:ext>
            </p:extLst>
          </p:nvPr>
        </p:nvGraphicFramePr>
        <p:xfrm>
          <a:off x="539750" y="996950"/>
          <a:ext cx="7524746" cy="2842560"/>
        </p:xfrm>
        <a:graphic>
          <a:graphicData uri="http://schemas.openxmlformats.org/drawingml/2006/table">
            <a:tbl>
              <a:tblPr firstRow="1" bandRow="1">
                <a:effectLst/>
                <a:tableStyleId>{F5AB1C69-6EDB-4FF4-983F-18BD219EF322}</a:tableStyleId>
              </a:tblPr>
              <a:tblGrid>
                <a:gridCol w="2728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91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5840">
                <a:tc>
                  <a:txBody>
                    <a:bodyPr/>
                    <a:lstStyle/>
                    <a:p>
                      <a:endParaRPr lang="en-US" sz="1600" b="1" noProof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noProof="0" dirty="0">
                          <a:solidFill>
                            <a:schemeClr val="bg1"/>
                          </a:solidFill>
                          <a:effectLst/>
                        </a:rPr>
                        <a:t>2020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noProof="0" dirty="0">
                          <a:solidFill>
                            <a:schemeClr val="bg1"/>
                          </a:solidFill>
                          <a:effectLst/>
                        </a:rPr>
                        <a:t>2021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noProof="0" dirty="0">
                          <a:solidFill>
                            <a:schemeClr val="bg1"/>
                          </a:solidFill>
                          <a:effectLst/>
                        </a:rPr>
                        <a:t>2022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noProof="0" dirty="0">
                          <a:solidFill>
                            <a:schemeClr val="bg1"/>
                          </a:solidFill>
                          <a:effectLst/>
                        </a:rPr>
                        <a:t>2023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40">
                <a:tc>
                  <a:txBody>
                    <a:bodyPr/>
                    <a:lstStyle/>
                    <a:p>
                      <a:r>
                        <a:rPr lang="en-US" sz="1400" b="0" noProof="0" dirty="0">
                          <a:solidFill>
                            <a:srgbClr val="646464"/>
                          </a:solidFill>
                        </a:rPr>
                        <a:t>…</a:t>
                      </a:r>
                    </a:p>
                  </a:txBody>
                  <a:tcPr marL="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noProof="0" dirty="0">
                          <a:solidFill>
                            <a:srgbClr val="646464"/>
                          </a:solidFill>
                        </a:rPr>
                        <a:t>xxx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noProof="0" dirty="0">
                          <a:solidFill>
                            <a:srgbClr val="646464"/>
                          </a:solidFill>
                        </a:rPr>
                        <a:t>xxx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noProof="0" dirty="0">
                          <a:solidFill>
                            <a:srgbClr val="646464"/>
                          </a:solidFill>
                        </a:rPr>
                        <a:t>xxx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noProof="0" dirty="0">
                          <a:solidFill>
                            <a:srgbClr val="646464"/>
                          </a:solidFill>
                        </a:rPr>
                        <a:t>xxx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…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noProof="0" dirty="0">
                          <a:solidFill>
                            <a:srgbClr val="646464"/>
                          </a:solidFill>
                        </a:rPr>
                        <a:t>xxx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b="0" noProof="0" dirty="0">
                        <a:solidFill>
                          <a:srgbClr val="646464"/>
                        </a:solidFill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noProof="0" dirty="0">
                          <a:solidFill>
                            <a:srgbClr val="646464"/>
                          </a:solidFill>
                        </a:rPr>
                        <a:t>xxx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noProof="0" dirty="0">
                          <a:solidFill>
                            <a:srgbClr val="646464"/>
                          </a:solidFill>
                        </a:rPr>
                        <a:t>xxx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…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b="0" noProof="0" dirty="0">
                        <a:solidFill>
                          <a:srgbClr val="646464"/>
                        </a:solidFill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b="0" noProof="0" dirty="0">
                        <a:solidFill>
                          <a:srgbClr val="646464"/>
                        </a:solidFill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noProof="0" dirty="0">
                          <a:solidFill>
                            <a:srgbClr val="646464"/>
                          </a:solidFill>
                        </a:rPr>
                        <a:t>xxx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noProof="0" dirty="0">
                          <a:solidFill>
                            <a:srgbClr val="646464"/>
                          </a:solidFill>
                        </a:rPr>
                        <a:t>xxx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…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b="0" noProof="0" dirty="0">
                        <a:solidFill>
                          <a:srgbClr val="646464"/>
                        </a:solidFill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b="0" noProof="0" dirty="0">
                        <a:solidFill>
                          <a:srgbClr val="646464"/>
                        </a:solidFill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noProof="0" dirty="0">
                          <a:solidFill>
                            <a:srgbClr val="646464"/>
                          </a:solidFill>
                        </a:rPr>
                        <a:t>xxx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noProof="0" dirty="0">
                          <a:solidFill>
                            <a:srgbClr val="646464"/>
                          </a:solidFill>
                        </a:rPr>
                        <a:t>xxx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…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b="0" noProof="0" dirty="0">
                        <a:solidFill>
                          <a:srgbClr val="646464"/>
                        </a:solidFill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b="0" noProof="0" dirty="0">
                        <a:solidFill>
                          <a:srgbClr val="646464"/>
                        </a:solidFill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noProof="0" dirty="0">
                          <a:solidFill>
                            <a:srgbClr val="646464"/>
                          </a:solidFill>
                        </a:rPr>
                        <a:t>xxx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noProof="0" dirty="0">
                          <a:solidFill>
                            <a:srgbClr val="646464"/>
                          </a:solidFill>
                        </a:rPr>
                        <a:t>xxx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…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b="0" noProof="0" dirty="0">
                        <a:solidFill>
                          <a:srgbClr val="646464"/>
                        </a:solidFill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b="0" noProof="0" dirty="0">
                        <a:solidFill>
                          <a:srgbClr val="646464"/>
                        </a:solidFill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noProof="0" dirty="0">
                          <a:solidFill>
                            <a:srgbClr val="646464"/>
                          </a:solidFill>
                        </a:rPr>
                        <a:t>xxx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noProof="0" dirty="0">
                          <a:solidFill>
                            <a:srgbClr val="646464"/>
                          </a:solidFill>
                        </a:rPr>
                        <a:t>xxx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…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b="0" noProof="0" dirty="0">
                        <a:solidFill>
                          <a:srgbClr val="646464"/>
                        </a:solidFill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b="0" noProof="0" dirty="0">
                        <a:solidFill>
                          <a:srgbClr val="646464"/>
                        </a:solidFill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noProof="0" dirty="0">
                          <a:solidFill>
                            <a:srgbClr val="646464"/>
                          </a:solidFill>
                        </a:rPr>
                        <a:t>xxx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noProof="0" dirty="0">
                          <a:solidFill>
                            <a:srgbClr val="646464"/>
                          </a:solidFill>
                        </a:rPr>
                        <a:t>xxx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b="0" noProof="0" dirty="0">
                        <a:solidFill>
                          <a:srgbClr val="646464"/>
                        </a:solidFill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b="0" noProof="0" dirty="0">
                        <a:solidFill>
                          <a:srgbClr val="646464"/>
                        </a:solidFill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b="0" noProof="0" dirty="0">
                        <a:solidFill>
                          <a:srgbClr val="646464"/>
                        </a:solidFill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noProof="0" dirty="0" err="1">
                          <a:solidFill>
                            <a:srgbClr val="646464"/>
                          </a:solidFill>
                        </a:rPr>
                        <a:t>Xxx</a:t>
                      </a:r>
                      <a:endParaRPr lang="en-US" sz="1400" b="0" noProof="0" dirty="0">
                        <a:solidFill>
                          <a:srgbClr val="646464"/>
                        </a:solidFill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7B0F7D-F96D-4B80-B6CC-939CE6CEB7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46</a:t>
            </a:fld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2295F33-6DD9-4958-BA1A-D04B154854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Referent_in ergänzen bitte | Folientitel in Kurzform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625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D873D4-E197-0443-88DC-D02E3995E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011286"/>
            <a:ext cx="8244250" cy="1308050"/>
          </a:xfrm>
        </p:spPr>
        <p:txBody>
          <a:bodyPr/>
          <a:lstStyle/>
          <a:p>
            <a:r>
              <a:rPr lang="en-GB" noProof="0" dirty="0"/>
              <a:t>Thank you for your attention!</a:t>
            </a: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1723378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6B8B9-6030-6948-ADF5-BA05B31CD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63F5FB6-EECF-BECA-487D-B766C52D1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Sources</a:t>
            </a:r>
            <a:endParaRPr lang="sr-Latn-C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2C2627-F3E1-6A8C-B2D8-95467A01E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Fusce posuere, magna sed pulvinar ultricies, purus lectus malesuada libero, </a:t>
            </a:r>
            <a:br>
              <a:rPr lang="de-DE" sz="1400" noProof="1"/>
            </a:br>
            <a:endParaRPr lang="de-DE" sz="1400" noProof="1"/>
          </a:p>
          <a:p>
            <a:pPr marL="179388" lvl="3" indent="-179388">
              <a:lnSpc>
                <a:spcPct val="100000"/>
              </a:lnSpc>
              <a:spcAft>
                <a:spcPts val="600"/>
              </a:spcAft>
            </a:pPr>
            <a:r>
              <a:rPr lang="de-DE" sz="1400" noProof="1"/>
              <a:t>Lorem ipsum dolor sit amet, consectetuer adipiscing elit. </a:t>
            </a:r>
            <a:br>
              <a:rPr lang="de-DE" sz="1400" noProof="1"/>
            </a:br>
            <a:endParaRPr lang="de-DE" sz="1200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3653C6-F0CE-39BC-1B25-65C585FFE4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25029-37DE-484F-BFE0-9B37AF2B26B8}" type="slidenum">
              <a:rPr lang="de-DE" smtClean="0"/>
              <a:pPr/>
              <a:t>48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4CEAEA3-1A22-8FAA-D704-74246FB4D6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Ella klamm, Sarra Malek  |	 16.12.2025</a:t>
            </a:r>
          </a:p>
        </p:txBody>
      </p:sp>
    </p:spTree>
    <p:extLst>
      <p:ext uri="{BB962C8B-B14F-4D97-AF65-F5344CB8AC3E}">
        <p14:creationId xmlns:p14="http://schemas.microsoft.com/office/powerpoint/2010/main" val="7936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0XTnlB3KpkK7LJ09MxjVsA"/>
</p:tagLst>
</file>

<file path=ppt/theme/theme1.xml><?xml version="1.0" encoding="utf-8"?>
<a:theme xmlns:a="http://schemas.openxmlformats.org/drawingml/2006/main" name="Office">
  <a:themeElements>
    <a:clrScheme name="HTW Berlin">
      <a:dk1>
        <a:srgbClr val="000000"/>
      </a:dk1>
      <a:lt1>
        <a:srgbClr val="FFFFFF"/>
      </a:lt1>
      <a:dk2>
        <a:srgbClr val="404040"/>
      </a:dk2>
      <a:lt2>
        <a:srgbClr val="E3F1CC"/>
      </a:lt2>
      <a:accent1>
        <a:srgbClr val="76B900"/>
      </a:accent1>
      <a:accent2>
        <a:srgbClr val="588B00"/>
      </a:accent2>
      <a:accent3>
        <a:srgbClr val="355300"/>
      </a:accent3>
      <a:accent4>
        <a:srgbClr val="243800"/>
      </a:accent4>
      <a:accent5>
        <a:srgbClr val="0082D1"/>
      </a:accent5>
      <a:accent6>
        <a:srgbClr val="FF5F00"/>
      </a:accent6>
      <a:hlink>
        <a:srgbClr val="000000"/>
      </a:hlink>
      <a:folHlink>
        <a:srgbClr val="2438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3634</Words>
  <Application>Microsoft Office PowerPoint</Application>
  <PresentationFormat>On-screen Show (16:9)</PresentationFormat>
  <Paragraphs>518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HTWBerlin Office</vt:lpstr>
      <vt:lpstr>Calibri</vt:lpstr>
      <vt:lpstr>Arial</vt:lpstr>
      <vt:lpstr>Office</vt:lpstr>
      <vt:lpstr>Statistical Models</vt:lpstr>
      <vt:lpstr>Agenda</vt:lpstr>
      <vt:lpstr>PowerPoint Presentation</vt:lpstr>
      <vt:lpstr>Definition</vt:lpstr>
      <vt:lpstr>Steps / subtopics</vt:lpstr>
      <vt:lpstr>PowerPoint Presentation</vt:lpstr>
      <vt:lpstr>Dependent and independent variables</vt:lpstr>
      <vt:lpstr>Example</vt:lpstr>
      <vt:lpstr>PowerPoint Presentation</vt:lpstr>
      <vt:lpstr>Model specification &amp; design</vt:lpstr>
      <vt:lpstr>Example</vt:lpstr>
      <vt:lpstr>PowerPoint Presentation</vt:lpstr>
      <vt:lpstr>Fitting and los functions</vt:lpstr>
      <vt:lpstr>Example</vt:lpstr>
      <vt:lpstr>PowerPoint Presentation</vt:lpstr>
      <vt:lpstr>Confidence intervals and evaluation</vt:lpstr>
      <vt:lpstr>Example</vt:lpstr>
      <vt:lpstr>PowerPoint Presentation</vt:lpstr>
      <vt:lpstr>Assumptions and diagnostics</vt:lpstr>
      <vt:lpstr>Example</vt:lpstr>
      <vt:lpstr>PowerPoint Presentation</vt:lpstr>
      <vt:lpstr>Predictive power &amp; interpretability </vt:lpstr>
      <vt:lpstr>Example</vt:lpstr>
      <vt:lpstr>PowerPoint Presentation</vt:lpstr>
      <vt:lpstr>Quiz – Part 1</vt:lpstr>
      <vt:lpstr>Quiz – Solutions &amp; explanations</vt:lpstr>
      <vt:lpstr>Workshop</vt:lpstr>
      <vt:lpstr>Workshop / or tutorial idk name exactly</vt:lpstr>
      <vt:lpstr>Quiz – Part 2</vt:lpstr>
      <vt:lpstr>Quiz – Solutions &amp; explanations</vt:lpstr>
      <vt:lpstr>Titel + 1 spaltiger Text</vt:lpstr>
      <vt:lpstr>Titel + 2 spaltiger Text</vt:lpstr>
      <vt:lpstr>Titel + 3 spaltiger Text</vt:lpstr>
      <vt:lpstr>Titel + Text-Bild 1 </vt:lpstr>
      <vt:lpstr>Titel + Text-Bild 1 </vt:lpstr>
      <vt:lpstr>Titel + Text-Bild 1 </vt:lpstr>
      <vt:lpstr>Titel + Text-Bild 2 </vt:lpstr>
      <vt:lpstr>Titel + 2 spaltiger Text</vt:lpstr>
      <vt:lpstr>Titel + 3spaltiger Text + Bilder</vt:lpstr>
      <vt:lpstr>Titel + Foto oben</vt:lpstr>
      <vt:lpstr>Titel + Foto quer groß</vt:lpstr>
      <vt:lpstr>Titel + 2 Fotos</vt:lpstr>
      <vt:lpstr>Diagramme</vt:lpstr>
      <vt:lpstr>Diagramme</vt:lpstr>
      <vt:lpstr>Diagramme</vt:lpstr>
      <vt:lpstr>Diagramme</vt:lpstr>
      <vt:lpstr>Thank you for your attention!  Questions ?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HTW Berlin | Kommunikation</dc:creator>
  <cp:lastModifiedBy>Sara M</cp:lastModifiedBy>
  <cp:revision>281</cp:revision>
  <cp:lastPrinted>2020-05-04T10:23:07Z</cp:lastPrinted>
  <dcterms:created xsi:type="dcterms:W3CDTF">2020-04-29T09:21:43Z</dcterms:created>
  <dcterms:modified xsi:type="dcterms:W3CDTF">2025-11-13T17:38:00Z</dcterms:modified>
</cp:coreProperties>
</file>